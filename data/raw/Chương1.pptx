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1" r:id="rId4"/>
    <p:sldMasterId id="2147483734" r:id="rId5"/>
    <p:sldMasterId id="2147484134" r:id="rId6"/>
  </p:sldMasterIdLst>
  <p:notesMasterIdLst>
    <p:notesMasterId r:id="rId19"/>
  </p:notesMasterIdLst>
  <p:handoutMasterIdLst>
    <p:handoutMasterId r:id="rId20"/>
  </p:handoutMasterIdLst>
  <p:sldIdLst>
    <p:sldId id="768" r:id="rId7"/>
    <p:sldId id="820" r:id="rId8"/>
    <p:sldId id="821" r:id="rId9"/>
    <p:sldId id="825" r:id="rId10"/>
    <p:sldId id="826" r:id="rId11"/>
    <p:sldId id="827" r:id="rId12"/>
    <p:sldId id="612" r:id="rId13"/>
    <p:sldId id="817" r:id="rId14"/>
    <p:sldId id="610" r:id="rId15"/>
    <p:sldId id="611" r:id="rId16"/>
    <p:sldId id="672" r:id="rId17"/>
    <p:sldId id="671" r:id="rId18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DDDD"/>
    <a:srgbClr val="990000"/>
    <a:srgbClr val="3E6A54"/>
    <a:srgbClr val="000099"/>
    <a:srgbClr val="000066"/>
    <a:srgbClr val="003300"/>
    <a:srgbClr val="28462B"/>
    <a:srgbClr val="5FA1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70BE4C-CF16-44D8-995B-747776F4D7D7}" v="1193" dt="2022-08-11T22:13:05.5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3791" autoAdjust="0"/>
  </p:normalViewPr>
  <p:slideViewPr>
    <p:cSldViewPr>
      <p:cViewPr varScale="1">
        <p:scale>
          <a:sx n="74" d="100"/>
          <a:sy n="74" d="100"/>
        </p:scale>
        <p:origin x="1742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8" d="100"/>
          <a:sy n="58" d="100"/>
        </p:scale>
        <p:origin x="-1770" y="-78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898" name="Rectangle 2">
            <a:extLst>
              <a:ext uri="{FF2B5EF4-FFF2-40B4-BE49-F238E27FC236}">
                <a16:creationId xmlns:a16="http://schemas.microsoft.com/office/drawing/2014/main" id="{288D60BF-5C64-7EA4-F4FD-065733442F7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9588" cy="46672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vert="horz" wrap="none" lIns="93488" tIns="46744" rIns="93488" bIns="46744" numCol="1" anchor="t" anchorCtr="0" compatLnSpc="1">
            <a:prstTxWarp prst="textNoShape">
              <a:avLst/>
            </a:prstTxWarp>
          </a:bodyPr>
          <a:lstStyle>
            <a:lvl1pPr defTabSz="935038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4899" name="Rectangle 3">
            <a:extLst>
              <a:ext uri="{FF2B5EF4-FFF2-40B4-BE49-F238E27FC236}">
                <a16:creationId xmlns:a16="http://schemas.microsoft.com/office/drawing/2014/main" id="{9B04A702-4FBA-8C5F-9A36-1A3E2F0FC01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87800" y="0"/>
            <a:ext cx="3049588" cy="46672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vert="horz" wrap="none" lIns="93488" tIns="46744" rIns="93488" bIns="46744" numCol="1" anchor="t" anchorCtr="0" compatLnSpc="1">
            <a:prstTxWarp prst="textNoShape">
              <a:avLst/>
            </a:prstTxWarp>
          </a:bodyPr>
          <a:lstStyle>
            <a:lvl1pPr algn="r" defTabSz="935038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4900" name="Rectangle 4">
            <a:extLst>
              <a:ext uri="{FF2B5EF4-FFF2-40B4-BE49-F238E27FC236}">
                <a16:creationId xmlns:a16="http://schemas.microsoft.com/office/drawing/2014/main" id="{3DF2480D-D799-67C8-59F1-7253314C93D9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58250"/>
            <a:ext cx="3049588" cy="4651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vert="horz" wrap="none" lIns="93488" tIns="46744" rIns="93488" bIns="46744" numCol="1" anchor="b" anchorCtr="0" compatLnSpc="1">
            <a:prstTxWarp prst="textNoShape">
              <a:avLst/>
            </a:prstTxWarp>
          </a:bodyPr>
          <a:lstStyle>
            <a:lvl1pPr defTabSz="935038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4901" name="Rectangle 5">
            <a:extLst>
              <a:ext uri="{FF2B5EF4-FFF2-40B4-BE49-F238E27FC236}">
                <a16:creationId xmlns:a16="http://schemas.microsoft.com/office/drawing/2014/main" id="{C191711A-C37D-69E8-7471-7B3690F3232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87800" y="8858250"/>
            <a:ext cx="3049588" cy="4651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vert="horz" wrap="none" lIns="93488" tIns="46744" rIns="93488" bIns="46744" numCol="1" anchor="b" anchorCtr="0" compatLnSpc="1">
            <a:prstTxWarp prst="textNoShape">
              <a:avLst/>
            </a:prstTxWarp>
          </a:bodyPr>
          <a:lstStyle>
            <a:lvl1pPr algn="r" defTabSz="935038">
              <a:defRPr sz="1200" smtClean="0"/>
            </a:lvl1pPr>
          </a:lstStyle>
          <a:p>
            <a:pPr>
              <a:defRPr/>
            </a:pPr>
            <a:fld id="{6B9C57B6-D012-42E0-983E-C0A37B83F3B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93079866-CE3F-9DEA-86A8-EC43E7DB93F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t" anchorCtr="0" compatLnSpc="1">
            <a:prstTxWarp prst="textNoShape">
              <a:avLst/>
            </a:prstTxWarp>
          </a:bodyPr>
          <a:lstStyle>
            <a:lvl1pPr defTabSz="93186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FE66B853-C566-06CC-43FA-BB62FB53988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t" anchorCtr="0" compatLnSpc="1">
            <a:prstTxWarp prst="textNoShape">
              <a:avLst/>
            </a:prstTxWarp>
          </a:bodyPr>
          <a:lstStyle>
            <a:lvl1pPr algn="r" defTabSz="93186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8" name="Rectangle 4">
            <a:extLst>
              <a:ext uri="{FF2B5EF4-FFF2-40B4-BE49-F238E27FC236}">
                <a16:creationId xmlns:a16="http://schemas.microsoft.com/office/drawing/2014/main" id="{A40FB23D-5814-CBF6-319C-A180F574924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3" name="Rectangle 5">
            <a:extLst>
              <a:ext uri="{FF2B5EF4-FFF2-40B4-BE49-F238E27FC236}">
                <a16:creationId xmlns:a16="http://schemas.microsoft.com/office/drawing/2014/main" id="{452A0853-F12E-CBCF-A2E6-7FE9C94C3C3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3014" name="Rectangle 6">
            <a:extLst>
              <a:ext uri="{FF2B5EF4-FFF2-40B4-BE49-F238E27FC236}">
                <a16:creationId xmlns:a16="http://schemas.microsoft.com/office/drawing/2014/main" id="{66642792-F301-3AA1-AB0F-DB04BE420B5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263"/>
            <a:ext cx="30384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b" anchorCtr="0" compatLnSpc="1">
            <a:prstTxWarp prst="textNoShape">
              <a:avLst/>
            </a:prstTxWarp>
          </a:bodyPr>
          <a:lstStyle>
            <a:lvl1pPr defTabSz="93186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3015" name="Rectangle 7">
            <a:extLst>
              <a:ext uri="{FF2B5EF4-FFF2-40B4-BE49-F238E27FC236}">
                <a16:creationId xmlns:a16="http://schemas.microsoft.com/office/drawing/2014/main" id="{6D0B416E-0537-D23D-800C-A9BCD8DA855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31263"/>
            <a:ext cx="30384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b" anchorCtr="0" compatLnSpc="1">
            <a:prstTxWarp prst="textNoShape">
              <a:avLst/>
            </a:prstTxWarp>
          </a:bodyPr>
          <a:lstStyle>
            <a:lvl1pPr algn="r" defTabSz="931863">
              <a:defRPr sz="1200" smtClean="0"/>
            </a:lvl1pPr>
          </a:lstStyle>
          <a:p>
            <a:pPr>
              <a:defRPr/>
            </a:pPr>
            <a:fld id="{5078874B-E998-4323-8887-4E352317B53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4D680A52-B916-D503-2C8F-14AC719253D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1863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86EEB648-2257-4DD9-9AE9-E990B4AFA81F}" type="slidenum">
              <a:rPr lang="en-US" altLang="en-US">
                <a:latin typeface="Tahoma" panose="020B0604030504040204" pitchFamily="34" charset="0"/>
              </a:rPr>
              <a:pPr eaLnBrk="1" hangingPunct="1"/>
              <a:t>1</a:t>
            </a:fld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14339" name="Rectangle 7">
            <a:extLst>
              <a:ext uri="{FF2B5EF4-FFF2-40B4-BE49-F238E27FC236}">
                <a16:creationId xmlns:a16="http://schemas.microsoft.com/office/drawing/2014/main" id="{905FFC3E-B26A-E52B-6117-071412EBDA70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6" rIns="93170" bIns="46586" anchor="b"/>
          <a:lstStyle>
            <a:lvl1pPr defTabSz="931863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1863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1BC5AC52-DB1D-40C7-B933-5A90DB77C6E8}" type="slidenum">
              <a:rPr lang="zh-CN" altLang="en-US" sz="1200">
                <a:latin typeface="Times New Roman" panose="02020603050405020304" pitchFamily="18" charset="0"/>
              </a:rPr>
              <a:pPr algn="r"/>
              <a:t>1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14340" name="Rectangle 2">
            <a:extLst>
              <a:ext uri="{FF2B5EF4-FFF2-40B4-BE49-F238E27FC236}">
                <a16:creationId xmlns:a16="http://schemas.microsoft.com/office/drawing/2014/main" id="{5B304370-2D6E-E536-66E5-4132830D30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1" name="Rectangle 3">
            <a:extLst>
              <a:ext uri="{FF2B5EF4-FFF2-40B4-BE49-F238E27FC236}">
                <a16:creationId xmlns:a16="http://schemas.microsoft.com/office/drawing/2014/main" id="{F341D8AB-4453-2D77-CA90-FA42CCF362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60C7F51D-AFCD-ECC4-9655-ACEB952CDA0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1863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0F451CFB-5304-4C61-B285-50F7188E6154}" type="slidenum">
              <a:rPr lang="en-US" altLang="en-US">
                <a:latin typeface="Tahoma" panose="020B0604030504040204" pitchFamily="34" charset="0"/>
              </a:rPr>
              <a:pPr eaLnBrk="1" hangingPunct="1"/>
              <a:t>2</a:t>
            </a:fld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16387" name="Rectangle 7">
            <a:extLst>
              <a:ext uri="{FF2B5EF4-FFF2-40B4-BE49-F238E27FC236}">
                <a16:creationId xmlns:a16="http://schemas.microsoft.com/office/drawing/2014/main" id="{6628AD97-5038-C5CF-1D24-4700E479403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6" rIns="93170" bIns="46586" anchor="b"/>
          <a:lstStyle>
            <a:lvl1pPr defTabSz="931863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1863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7A720775-1006-4BBF-A908-C5DEDB171EA9}" type="slidenum">
              <a:rPr lang="zh-CN" altLang="en-US" sz="1200">
                <a:latin typeface="Times New Roman" panose="02020603050405020304" pitchFamily="18" charset="0"/>
              </a:rPr>
              <a:pPr algn="r"/>
              <a:t>2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16388" name="Rectangle 2">
            <a:extLst>
              <a:ext uri="{FF2B5EF4-FFF2-40B4-BE49-F238E27FC236}">
                <a16:creationId xmlns:a16="http://schemas.microsoft.com/office/drawing/2014/main" id="{34E55C87-FE76-53D3-06CA-CAF26ADA37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9" name="Rectangle 3">
            <a:extLst>
              <a:ext uri="{FF2B5EF4-FFF2-40B4-BE49-F238E27FC236}">
                <a16:creationId xmlns:a16="http://schemas.microsoft.com/office/drawing/2014/main" id="{2D0BE574-BEAE-C71A-2CAD-94CD443FAC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50367555-FE73-0E2F-83E1-1314BDD7B10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1863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2A08F15D-3B4F-48C5-87BD-D4610F052C14}" type="slidenum">
              <a:rPr lang="en-US" altLang="en-US">
                <a:latin typeface="Tahoma" panose="020B0604030504040204" pitchFamily="34" charset="0"/>
              </a:rPr>
              <a:pPr eaLnBrk="1" hangingPunct="1"/>
              <a:t>3</a:t>
            </a:fld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18435" name="Rectangle 7">
            <a:extLst>
              <a:ext uri="{FF2B5EF4-FFF2-40B4-BE49-F238E27FC236}">
                <a16:creationId xmlns:a16="http://schemas.microsoft.com/office/drawing/2014/main" id="{1B5D27A0-DCD6-ADDD-0CCF-134B11C8314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6" rIns="93170" bIns="46586" anchor="b"/>
          <a:lstStyle>
            <a:lvl1pPr defTabSz="931863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1863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ACE3D97F-14CC-4BC4-B8FF-E4F2F321DB94}" type="slidenum">
              <a:rPr lang="zh-CN" altLang="en-US" sz="1200">
                <a:latin typeface="Times New Roman" panose="02020603050405020304" pitchFamily="18" charset="0"/>
              </a:rPr>
              <a:pPr algn="r"/>
              <a:t>3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18436" name="Rectangle 2">
            <a:extLst>
              <a:ext uri="{FF2B5EF4-FFF2-40B4-BE49-F238E27FC236}">
                <a16:creationId xmlns:a16="http://schemas.microsoft.com/office/drawing/2014/main" id="{7EEB9148-3A0C-D322-624E-015075AF78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7" name="Rectangle 3">
            <a:extLst>
              <a:ext uri="{FF2B5EF4-FFF2-40B4-BE49-F238E27FC236}">
                <a16:creationId xmlns:a16="http://schemas.microsoft.com/office/drawing/2014/main" id="{4389ECE1-9525-2A6B-4BBE-705D69AE5A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088F2E8E-07DA-14EF-C3DC-B6C72A10E5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1863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D3298A54-EDB8-4C7D-A22C-0AF509293F02}" type="slidenum">
              <a:rPr lang="en-US" altLang="en-US">
                <a:latin typeface="Tahoma" panose="020B0604030504040204" pitchFamily="34" charset="0"/>
              </a:rPr>
              <a:pPr eaLnBrk="1" hangingPunct="1"/>
              <a:t>4</a:t>
            </a:fld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6627" name="Rectangle 7">
            <a:extLst>
              <a:ext uri="{FF2B5EF4-FFF2-40B4-BE49-F238E27FC236}">
                <a16:creationId xmlns:a16="http://schemas.microsoft.com/office/drawing/2014/main" id="{AD618DFD-C2CF-5F5D-4DB1-65EFB16B0487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6" rIns="93170" bIns="46586" anchor="b"/>
          <a:lstStyle>
            <a:lvl1pPr defTabSz="931863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1863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C9F57601-A25A-4D81-8098-1B92F8E29279}" type="slidenum">
              <a:rPr lang="zh-CN" altLang="en-US" sz="1200">
                <a:latin typeface="Times New Roman" panose="02020603050405020304" pitchFamily="18" charset="0"/>
              </a:rPr>
              <a:pPr algn="r"/>
              <a:t>4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26628" name="Rectangle 2">
            <a:extLst>
              <a:ext uri="{FF2B5EF4-FFF2-40B4-BE49-F238E27FC236}">
                <a16:creationId xmlns:a16="http://schemas.microsoft.com/office/drawing/2014/main" id="{F31ECB9A-3A0F-09A2-B476-06AAF49DF1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9" name="Rectangle 3">
            <a:extLst>
              <a:ext uri="{FF2B5EF4-FFF2-40B4-BE49-F238E27FC236}">
                <a16:creationId xmlns:a16="http://schemas.microsoft.com/office/drawing/2014/main" id="{00CD4C65-6E9A-8202-9160-9C5B136DE1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88D02217-9D3D-8897-2A0D-FB08038E1C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1863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64AF9E1E-8328-4C38-AA4E-53E1787F1B6D}" type="slidenum">
              <a:rPr lang="en-US" altLang="en-US">
                <a:latin typeface="Tahoma" panose="020B0604030504040204" pitchFamily="34" charset="0"/>
              </a:rPr>
              <a:pPr eaLnBrk="1" hangingPunct="1"/>
              <a:t>5</a:t>
            </a:fld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8675" name="Rectangle 7">
            <a:extLst>
              <a:ext uri="{FF2B5EF4-FFF2-40B4-BE49-F238E27FC236}">
                <a16:creationId xmlns:a16="http://schemas.microsoft.com/office/drawing/2014/main" id="{38258EC9-F787-4AA4-27EA-6FDD91B6CFD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6" rIns="93170" bIns="46586" anchor="b"/>
          <a:lstStyle>
            <a:lvl1pPr defTabSz="931863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1863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61D1EB95-3E6C-4FC6-9038-D1A8E64341FB}" type="slidenum">
              <a:rPr lang="zh-CN" altLang="en-US" sz="1200">
                <a:latin typeface="Times New Roman" panose="02020603050405020304" pitchFamily="18" charset="0"/>
              </a:rPr>
              <a:pPr algn="r"/>
              <a:t>5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28676" name="Rectangle 2">
            <a:extLst>
              <a:ext uri="{FF2B5EF4-FFF2-40B4-BE49-F238E27FC236}">
                <a16:creationId xmlns:a16="http://schemas.microsoft.com/office/drawing/2014/main" id="{9CA23699-E489-B001-66C0-6048E45B69A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7" name="Rectangle 3">
            <a:extLst>
              <a:ext uri="{FF2B5EF4-FFF2-40B4-BE49-F238E27FC236}">
                <a16:creationId xmlns:a16="http://schemas.microsoft.com/office/drawing/2014/main" id="{4AD3443B-DABE-693F-AA75-C757A82401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ADE23833-8F5B-D17C-5AB8-DE6281ABB3F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1863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4F49A21C-3A29-4CF6-BFB3-A3BE5D961CF7}" type="slidenum">
              <a:rPr lang="en-US" altLang="en-US">
                <a:latin typeface="Tahoma" panose="020B0604030504040204" pitchFamily="34" charset="0"/>
              </a:rPr>
              <a:pPr eaLnBrk="1" hangingPunct="1"/>
              <a:t>6</a:t>
            </a:fld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30723" name="Rectangle 7">
            <a:extLst>
              <a:ext uri="{FF2B5EF4-FFF2-40B4-BE49-F238E27FC236}">
                <a16:creationId xmlns:a16="http://schemas.microsoft.com/office/drawing/2014/main" id="{345CA058-A024-7941-134C-6FC9084A1B86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6" rIns="93170" bIns="46586" anchor="b"/>
          <a:lstStyle>
            <a:lvl1pPr defTabSz="931863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1863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AEBA0D8A-EB33-42F9-A202-D9C03F2BDCC1}" type="slidenum">
              <a:rPr lang="zh-CN" altLang="en-US" sz="1200">
                <a:latin typeface="Times New Roman" panose="02020603050405020304" pitchFamily="18" charset="0"/>
              </a:rPr>
              <a:pPr algn="r"/>
              <a:t>6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30724" name="Rectangle 2">
            <a:extLst>
              <a:ext uri="{FF2B5EF4-FFF2-40B4-BE49-F238E27FC236}">
                <a16:creationId xmlns:a16="http://schemas.microsoft.com/office/drawing/2014/main" id="{92587EA0-6B2C-5477-CCD6-67A6774663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5" name="Rectangle 3">
            <a:extLst>
              <a:ext uri="{FF2B5EF4-FFF2-40B4-BE49-F238E27FC236}">
                <a16:creationId xmlns:a16="http://schemas.microsoft.com/office/drawing/2014/main" id="{ACA389F9-5954-83F4-76EE-0F658DE982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D8801206-F634-83F6-E2EB-84F178FA90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1863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FD2506C-890F-45DA-BE42-D96668C8183D}" type="slidenum">
              <a:rPr lang="en-US" altLang="en-US">
                <a:solidFill>
                  <a:srgbClr val="000000"/>
                </a:solidFill>
              </a:rPr>
              <a:pPr/>
              <a:t>10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E6572F31-3CDB-30A5-9AA5-D8EA5A01A8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C42B2BAB-5CE2-3294-77BA-01476904AF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r>
              <a:rPr lang="en-US" altLang="en-US">
                <a:latin typeface="Times" panose="02020603050405020304" pitchFamily="18" charset="0"/>
              </a:rPr>
              <a:t>Electric:  from www.staticfreesoftware.com</a:t>
            </a:r>
          </a:p>
          <a:p>
            <a:pPr eaLnBrk="1" hangingPunct="1"/>
            <a:r>
              <a:rPr lang="en-US" altLang="en-US">
                <a:latin typeface="Times" panose="02020603050405020304" pitchFamily="18" charset="0"/>
              </a:rPr>
              <a:t>My tutorial is at:</a:t>
            </a:r>
          </a:p>
          <a:p>
            <a:pPr eaLnBrk="1" hangingPunct="1"/>
            <a:r>
              <a:rPr lang="en-US" altLang="en-US">
                <a:latin typeface="Times" panose="02020603050405020304" pitchFamily="18" charset="0"/>
              </a:rPr>
              <a:t>http://odin.ac.hmc.edu/~harris/class/chipdesign/electric.pdf</a:t>
            </a:r>
          </a:p>
          <a:p>
            <a:pPr eaLnBrk="1" hangingPunct="1"/>
            <a:endParaRPr lang="en-US" altLang="en-US">
              <a:latin typeface="Times" panose="02020603050405020304" pitchFamily="18" charset="0"/>
            </a:endParaRPr>
          </a:p>
          <a:p>
            <a:pPr eaLnBrk="1" hangingPunct="1"/>
            <a:endParaRPr lang="en-US" altLang="en-US">
              <a:latin typeface="Times" panose="02020603050405020304" pitchFamily="18" charset="0"/>
            </a:endParaRPr>
          </a:p>
          <a:p>
            <a:pPr eaLnBrk="1" hangingPunct="1"/>
            <a:r>
              <a:rPr lang="en-US" altLang="en-US">
                <a:latin typeface="Times" panose="02020603050405020304" pitchFamily="18" charset="0"/>
              </a:rPr>
              <a:t>Lasergene (a molecular biology suite of programs for aligning and comparing</a:t>
            </a:r>
          </a:p>
          <a:p>
            <a:pPr eaLnBrk="1" hangingPunct="1"/>
            <a:r>
              <a:rPr lang="en-US" altLang="en-US">
                <a:latin typeface="Times" panose="02020603050405020304" pitchFamily="18" charset="0"/>
              </a:rPr>
              <a:t>       DNA sequences, etc.)</a:t>
            </a:r>
          </a:p>
          <a:p>
            <a:pPr eaLnBrk="1" hangingPunct="1"/>
            <a:r>
              <a:rPr lang="en-US" altLang="en-US">
                <a:latin typeface="Times" panose="02020603050405020304" pitchFamily="18" charset="0"/>
              </a:rPr>
              <a:t>Statview (statistical analysis)</a:t>
            </a:r>
          </a:p>
          <a:p>
            <a:pPr eaLnBrk="1" hangingPunct="1"/>
            <a:r>
              <a:rPr lang="en-US" altLang="en-US">
                <a:latin typeface="Times" panose="02020603050405020304" pitchFamily="18" charset="0"/>
              </a:rPr>
              <a:t>KaleidaGraph (plotting &amp; graphing)</a:t>
            </a:r>
          </a:p>
          <a:p>
            <a:pPr eaLnBrk="1" hangingPunct="1"/>
            <a:r>
              <a:rPr lang="en-US" altLang="en-US">
                <a:latin typeface="Times" panose="02020603050405020304" pitchFamily="18" charset="0"/>
              </a:rPr>
              <a:t>Populus (programs that simulate ecological and evolutionary processes)</a:t>
            </a:r>
          </a:p>
          <a:p>
            <a:pPr eaLnBrk="1" hangingPunct="1"/>
            <a:endParaRPr lang="en-US" altLang="en-US">
              <a:latin typeface="Times" panose="02020603050405020304" pitchFamily="18" charset="0"/>
            </a:endParaRPr>
          </a:p>
          <a:p>
            <a:pPr eaLnBrk="1" hangingPunct="1"/>
            <a:endParaRPr lang="en-US" altLang="en-US">
              <a:latin typeface="Times" panose="02020603050405020304" pitchFamily="18" charset="0"/>
            </a:endParaRPr>
          </a:p>
          <a:p>
            <a:pPr eaLnBrk="1" hangingPunct="1"/>
            <a:endParaRPr lang="en-US" altLang="en-US">
              <a:latin typeface="Times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oleObject" Target="../embeddings/oleObject1.bin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oleObject" Target="../embeddings/oleObject1.bin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oleObject" Target="../embeddings/oleObject1.bin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>
            <a:extLst>
              <a:ext uri="{FF2B5EF4-FFF2-40B4-BE49-F238E27FC236}">
                <a16:creationId xmlns:a16="http://schemas.microsoft.com/office/drawing/2014/main" id="{FE622969-706F-D7A3-96F8-FD7238F25A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8200" y="0"/>
            <a:ext cx="574675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19">
            <a:extLst>
              <a:ext uri="{FF2B5EF4-FFF2-40B4-BE49-F238E27FC236}">
                <a16:creationId xmlns:a16="http://schemas.microsoft.com/office/drawing/2014/main" id="{847A8934-EBDC-D166-5EF0-DE95199CBB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6354763"/>
            <a:ext cx="5562600" cy="2746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  <a:defRPr/>
            </a:pPr>
            <a:r>
              <a:rPr lang="en-US" altLang="en-US" sz="1200" b="1" i="1">
                <a:cs typeface="Arial" charset="0"/>
              </a:rPr>
              <a:t>     </a:t>
            </a:r>
            <a:endParaRPr lang="en-US" altLang="en-US" sz="1200" b="1">
              <a:solidFill>
                <a:srgbClr val="0000CC"/>
              </a:solidFill>
              <a:cs typeface="Arial" charset="0"/>
            </a:endParaRPr>
          </a:p>
        </p:txBody>
      </p:sp>
      <p:graphicFrame>
        <p:nvGraphicFramePr>
          <p:cNvPr id="6" name="Object 23">
            <a:extLst>
              <a:ext uri="{FF2B5EF4-FFF2-40B4-BE49-F238E27FC236}">
                <a16:creationId xmlns:a16="http://schemas.microsoft.com/office/drawing/2014/main" id="{CAC432A6-2962-A5A6-F085-131C060ECB84}"/>
              </a:ext>
            </a:extLst>
          </p:cNvPr>
          <p:cNvGraphicFramePr>
            <a:graphicFrameLocks/>
          </p:cNvGraphicFramePr>
          <p:nvPr userDrawn="1"/>
        </p:nvGraphicFramePr>
        <p:xfrm>
          <a:off x="381000" y="1143000"/>
          <a:ext cx="8382000" cy="7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4" imgW="6857143" imgH="48963" progId="MS_ClipArt_Gallery.5">
                  <p:embed/>
                </p:oleObj>
              </mc:Choice>
              <mc:Fallback>
                <p:oleObj name="Clip" r:id="rId4" imgW="6857143" imgH="48963" progId="MS_ClipArt_Gallery.5">
                  <p:embed/>
                  <p:pic>
                    <p:nvPicPr>
                      <p:cNvPr id="6" name="Object 23">
                        <a:extLst>
                          <a:ext uri="{FF2B5EF4-FFF2-40B4-BE49-F238E27FC236}">
                            <a16:creationId xmlns:a16="http://schemas.microsoft.com/office/drawing/2014/main" id="{CAC432A6-2962-A5A6-F085-131C060ECB8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143000"/>
                        <a:ext cx="8382000" cy="76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538287"/>
            <a:ext cx="6858000" cy="2387600"/>
          </a:xfrm>
        </p:spPr>
        <p:txBody>
          <a:bodyPr anchor="b">
            <a:normAutofit/>
          </a:bodyPr>
          <a:lstStyle>
            <a:lvl1pPr marL="0" marR="0" indent="0" algn="ctr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313238"/>
            <a:ext cx="6858000" cy="1655762"/>
          </a:xfrm>
        </p:spPr>
        <p:txBody>
          <a:bodyPr/>
          <a:lstStyle>
            <a:lvl1pPr marL="0" indent="0" algn="ctr">
              <a:buNone/>
              <a:defRPr sz="2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4510A54A-A99B-9F00-7D64-0467B58C0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EA510C-B9A8-46C9-8EB4-B73F1E3696FC}" type="datetime4">
              <a:rPr lang="en-US"/>
              <a:pPr>
                <a:defRPr/>
              </a:pPr>
              <a:t>September 22, 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02E4B81A-FDE2-70C5-B31F-466F96457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1D29177-3B92-E93B-D7CE-C849DDB90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06964A3-629D-474E-BACF-E312619B1D7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2314626"/>
      </p:ext>
    </p:extLst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C3C3AB-08E5-8417-0082-D30F82F25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2A88BA-BB97-4BFF-956F-DEFD8774A07F}" type="datetime4">
              <a:rPr lang="en-US"/>
              <a:pPr>
                <a:defRPr/>
              </a:pPr>
              <a:t>September 22,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8531AE-641F-EFC0-CDA4-B9DFA6893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5A28F1-06D5-F9FD-5C44-5530CFC97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3AC34D-0664-4339-B5D5-C8A3C801EDE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0161612"/>
      </p:ext>
    </p:extLst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C70CB8-10AF-5969-45B6-0575286DD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180B78-BDD5-48E2-B1F4-91BB2922F80D}" type="datetime4">
              <a:rPr lang="en-US"/>
              <a:pPr>
                <a:defRPr/>
              </a:pPr>
              <a:t>September 22,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5D8DDE-6E96-337C-50B2-9761CE503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2B16A4-085B-6991-2E7E-230197FA2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46CC57-C21B-4F60-91ED-886840D9F4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8715886"/>
      </p:ext>
    </p:extLst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6AF9789-463F-9B93-38E1-C58B0AF37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16C759-7C41-479E-A963-D3CFD4F7B515}" type="datetime4">
              <a:rPr lang="en-US"/>
              <a:pPr>
                <a:defRPr/>
              </a:pPr>
              <a:t>September 22, 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6A836F0-DE22-BEC1-9B2C-4A528CFC6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D1BE1ED-4281-6AE7-E55E-2CFD5F406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3CAF84-7AE3-49D1-88A1-E75DA19A757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2377238"/>
      </p:ext>
    </p:extLst>
  </p:cSld>
  <p:clrMapOvr>
    <a:masterClrMapping/>
  </p:clrMapOvr>
  <p:transition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1E234DA2-A7BA-5C7C-FDAE-508170F0B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AC03CE-0329-49DA-B362-23292C526B40}" type="datetime4">
              <a:rPr lang="en-US"/>
              <a:pPr>
                <a:defRPr/>
              </a:pPr>
              <a:t>September 22, 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087E1F19-B21A-B7F7-988F-6AB59FE4C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6AEF5AD-3C36-8058-D02F-180C1ACE2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A83F57-ABC4-4D9C-A94A-89774EC915C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116605"/>
      </p:ext>
    </p:extLst>
  </p:cSld>
  <p:clrMapOvr>
    <a:masterClrMapping/>
  </p:clrMapOvr>
  <p:transition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>
            <a:extLst>
              <a:ext uri="{FF2B5EF4-FFF2-40B4-BE49-F238E27FC236}">
                <a16:creationId xmlns:a16="http://schemas.microsoft.com/office/drawing/2014/main" id="{DB61CBF3-3A55-D744-7956-092D7813EC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8200" y="0"/>
            <a:ext cx="574675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Box 19">
            <a:extLst>
              <a:ext uri="{FF2B5EF4-FFF2-40B4-BE49-F238E27FC236}">
                <a16:creationId xmlns:a16="http://schemas.microsoft.com/office/drawing/2014/main" id="{608231F0-D41E-A111-9BD2-405FEC4637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6354763"/>
            <a:ext cx="5562600" cy="2746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  <a:defRPr/>
            </a:pPr>
            <a:r>
              <a:rPr lang="en-US" altLang="en-US" sz="1200" b="1" i="1">
                <a:cs typeface="Arial" charset="0"/>
              </a:rPr>
              <a:t>     </a:t>
            </a:r>
            <a:endParaRPr lang="en-US" altLang="en-US" sz="1200" b="1">
              <a:solidFill>
                <a:srgbClr val="0000CC"/>
              </a:solidFill>
              <a:cs typeface="Arial" charset="0"/>
            </a:endParaRPr>
          </a:p>
        </p:txBody>
      </p:sp>
      <p:graphicFrame>
        <p:nvGraphicFramePr>
          <p:cNvPr id="4" name="Object 23">
            <a:extLst>
              <a:ext uri="{FF2B5EF4-FFF2-40B4-BE49-F238E27FC236}">
                <a16:creationId xmlns:a16="http://schemas.microsoft.com/office/drawing/2014/main" id="{626E01C2-8DBE-84D9-FAFA-9A53207FD82A}"/>
              </a:ext>
            </a:extLst>
          </p:cNvPr>
          <p:cNvGraphicFramePr>
            <a:graphicFrameLocks/>
          </p:cNvGraphicFramePr>
          <p:nvPr userDrawn="1"/>
        </p:nvGraphicFramePr>
        <p:xfrm>
          <a:off x="381000" y="1143000"/>
          <a:ext cx="8382000" cy="7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4" imgW="6857143" imgH="48963" progId="MS_ClipArt_Gallery.5">
                  <p:embed/>
                </p:oleObj>
              </mc:Choice>
              <mc:Fallback>
                <p:oleObj name="Clip" r:id="rId4" imgW="6857143" imgH="48963" progId="MS_ClipArt_Gallery.5">
                  <p:embed/>
                  <p:pic>
                    <p:nvPicPr>
                      <p:cNvPr id="4" name="Object 23">
                        <a:extLst>
                          <a:ext uri="{FF2B5EF4-FFF2-40B4-BE49-F238E27FC236}">
                            <a16:creationId xmlns:a16="http://schemas.microsoft.com/office/drawing/2014/main" id="{626E01C2-8DBE-84D9-FAFA-9A53207FD82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143000"/>
                        <a:ext cx="8382000" cy="76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7100D5AF-0842-ABD1-3D84-2391B9687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9BF00E-5838-4249-B82B-EF9E38CB55B5}" type="datetime4">
              <a:rPr lang="en-US"/>
              <a:pPr>
                <a:defRPr/>
              </a:pPr>
              <a:t>September 22, 2026</a:t>
            </a:fld>
            <a:endParaRPr lang="en-US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8B17F391-4FF7-8F4B-00FE-DEEE5925A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3673EE57-6DDA-CBFF-3447-AA0DFB228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3CCC0B3-37EC-404D-837D-D78A66990F5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1484980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>
            <a:extLst>
              <a:ext uri="{FF2B5EF4-FFF2-40B4-BE49-F238E27FC236}">
                <a16:creationId xmlns:a16="http://schemas.microsoft.com/office/drawing/2014/main" id="{4EBFE9CE-EAAC-9581-7B21-B27D52C4E9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8200" y="0"/>
            <a:ext cx="574675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Box 19">
            <a:extLst>
              <a:ext uri="{FF2B5EF4-FFF2-40B4-BE49-F238E27FC236}">
                <a16:creationId xmlns:a16="http://schemas.microsoft.com/office/drawing/2014/main" id="{89E12255-FAAB-52EC-12D3-EBA4147F7D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6354763"/>
            <a:ext cx="5562600" cy="2746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  <a:defRPr/>
            </a:pPr>
            <a:r>
              <a:rPr lang="en-US" altLang="en-US" sz="1200" b="1" i="1">
                <a:cs typeface="Arial" charset="0"/>
              </a:rPr>
              <a:t>     </a:t>
            </a:r>
            <a:endParaRPr lang="en-US" altLang="en-US" sz="1200" b="1">
              <a:solidFill>
                <a:srgbClr val="0000CC"/>
              </a:solidFill>
              <a:cs typeface="Arial" charset="0"/>
            </a:endParaRPr>
          </a:p>
        </p:txBody>
      </p:sp>
      <p:graphicFrame>
        <p:nvGraphicFramePr>
          <p:cNvPr id="4" name="Object 23">
            <a:extLst>
              <a:ext uri="{FF2B5EF4-FFF2-40B4-BE49-F238E27FC236}">
                <a16:creationId xmlns:a16="http://schemas.microsoft.com/office/drawing/2014/main" id="{C805F78E-0925-349D-2DD4-978B95215AF0}"/>
              </a:ext>
            </a:extLst>
          </p:cNvPr>
          <p:cNvGraphicFramePr>
            <a:graphicFrameLocks/>
          </p:cNvGraphicFramePr>
          <p:nvPr userDrawn="1"/>
        </p:nvGraphicFramePr>
        <p:xfrm>
          <a:off x="381000" y="1143000"/>
          <a:ext cx="8382000" cy="7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4" imgW="6857143" imgH="48963" progId="MS_ClipArt_Gallery.5">
                  <p:embed/>
                </p:oleObj>
              </mc:Choice>
              <mc:Fallback>
                <p:oleObj name="Clip" r:id="rId4" imgW="6857143" imgH="48963" progId="MS_ClipArt_Gallery.5">
                  <p:embed/>
                  <p:pic>
                    <p:nvPicPr>
                      <p:cNvPr id="4" name="Object 23">
                        <a:extLst>
                          <a:ext uri="{FF2B5EF4-FFF2-40B4-BE49-F238E27FC236}">
                            <a16:creationId xmlns:a16="http://schemas.microsoft.com/office/drawing/2014/main" id="{C805F78E-0925-349D-2DD4-978B95215AF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143000"/>
                        <a:ext cx="8382000" cy="76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0A9F82DE-B1E8-E273-846A-651B19471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766E70-800C-4D1C-B26B-65B527308C6A}" type="datetime4">
              <a:rPr lang="en-US"/>
              <a:pPr>
                <a:defRPr/>
              </a:pPr>
              <a:t>September 22, 2026</a:t>
            </a:fld>
            <a:endParaRPr lang="en-US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82B6FF0F-A90E-E19F-CB0F-43CF021DE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E343658F-5A7F-EBC8-22DA-723D364F9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D8A762E-9E06-4D6B-8196-65C16EE6307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68997388"/>
      </p:ext>
    </p:extLst>
  </p:cSld>
  <p:clrMapOvr>
    <a:masterClrMapping/>
  </p:clrMapOvr>
  <p:transition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D22D41D-0B89-7D22-D9E9-E929A8FD1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5F400E-67F5-4A92-97A5-6E503048E15E}" type="datetime4">
              <a:rPr lang="en-US"/>
              <a:pPr>
                <a:defRPr/>
              </a:pPr>
              <a:t>September 22, 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D9DAD09-D7E0-F37D-636A-1EA962BE3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8D4C3BD-22C5-708A-191F-28E3AB723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BF8AA9-CAEB-4B74-AFA3-B7221040B4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0753082"/>
      </p:ext>
    </p:extLst>
  </p:cSld>
  <p:clrMapOvr>
    <a:masterClrMapping/>
  </p:clrMapOvr>
  <p:transition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43CAF08-7DA3-D522-AEB2-6AA602350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513836-080A-40CC-872B-ADFD7503AF7B}" type="datetime4">
              <a:rPr lang="en-US"/>
              <a:pPr>
                <a:defRPr/>
              </a:pPr>
              <a:t>September 22, 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139C21C-25C6-9474-3807-31C273AEB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8D8FEF1-E21D-54F0-8AB1-5B9D48151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17B010-F53F-417A-B0BA-0AF7AB2489A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38938318"/>
      </p:ext>
    </p:extLst>
  </p:cSld>
  <p:clrMapOvr>
    <a:masterClrMapping/>
  </p:clrMapOvr>
  <p:transition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F3436A-CCD6-81CF-6997-4C6EF1C28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99A38E-23B4-48F4-B835-AF0A1BC26B50}" type="datetime4">
              <a:rPr lang="en-US"/>
              <a:pPr>
                <a:defRPr/>
              </a:pPr>
              <a:t>September 22,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4B22F-F1D7-F0F3-C4FC-11AB8518F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D075AD-C405-0D15-00CF-01CBB20DC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65D0A8-7D50-46E9-AEF1-60449B9635E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46021471"/>
      </p:ext>
    </p:extLst>
  </p:cSld>
  <p:clrMapOvr>
    <a:masterClrMapping/>
  </p:clrMapOvr>
  <p:transition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E33D39-050D-6C15-3F4A-4F3813237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DAE83B-158C-4617-BABE-F742A76CF2AB}" type="datetime4">
              <a:rPr lang="en-US"/>
              <a:pPr>
                <a:defRPr/>
              </a:pPr>
              <a:t>September 22,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B653C-EE63-1F60-67EB-EA0BCEF07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822D3-6218-E34B-E203-2D618CA94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2B47D1-5DFD-4980-8E5B-5C92A6F0748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2323266"/>
      </p:ext>
    </p:extLst>
  </p:cSld>
  <p:clrMapOvr>
    <a:masterClrMapping/>
  </p:clrMapOvr>
  <p:transition>
    <p:zo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8D2E974C-B20D-A84A-9A4C-CE599F904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E5F25A-B9A7-454E-A6A8-E41424A35A47}" type="datetime4">
              <a:rPr lang="en-US"/>
              <a:pPr>
                <a:defRPr/>
              </a:pPr>
              <a:t>September 22, 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81D0F2F-470C-D6AA-425F-0ED6917F2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D0A2385-323F-8136-7EF1-4EDC15FAD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C413F2-A4B3-41D5-A92B-1275D5DB20C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0061015"/>
      </p:ext>
    </p:extLst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538287"/>
            <a:ext cx="6858000" cy="2387600"/>
          </a:xfrm>
        </p:spPr>
        <p:txBody>
          <a:bodyPr anchor="b">
            <a:normAutofit/>
          </a:bodyPr>
          <a:lstStyle>
            <a:lvl1pPr marL="0" marR="0" indent="0" algn="ctr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313238"/>
            <a:ext cx="6858000" cy="1655762"/>
          </a:xfrm>
        </p:spPr>
        <p:txBody>
          <a:bodyPr/>
          <a:lstStyle>
            <a:lvl1pPr marL="0" indent="0" algn="ctr">
              <a:buNone/>
              <a:defRPr sz="2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84AF9D-2196-9FA6-B277-ABF4C8A8F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6EE8B9-BBB2-46ED-8013-68D4BDBF726C}" type="datetime1">
              <a:rPr lang="en-US"/>
              <a:pPr>
                <a:defRPr/>
              </a:pPr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A16B80-B135-7DE8-C28F-D132A7962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5814EE-17CE-209A-B6C9-C1CAC75FF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397780B-2275-46E1-828B-23FC9F65F8B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20859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4332D1-4FD8-4B1B-A24D-2445EC6E6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225C1F-5422-48DC-AB19-48346F48BD3B}" type="datetime1">
              <a:rPr lang="en-US"/>
              <a:pPr>
                <a:defRPr/>
              </a:pPr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484BC-A628-F638-1E7F-21FD12DB8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E9A4E-87D8-1E50-81C1-9A6E3ACBD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39B4B3-9F6D-409C-8683-89312E43592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023207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121C30-1F07-829E-8D0D-12863EA3D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225C1F-5422-48DC-AB19-48346F48BD3B}" type="datetime1">
              <a:rPr lang="en-US"/>
              <a:pPr>
                <a:defRPr/>
              </a:pPr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8D8930-1854-C36A-EBDD-B37BB9A7E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DEB069-BF7E-50F4-A634-665AAE423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7B33B8-3D87-4E57-ADC4-7CFFE147209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076231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0392D09-CE84-8CA4-AC79-980F74F68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225C1F-5422-48DC-AB19-48346F48BD3B}" type="datetime1">
              <a:rPr lang="en-US"/>
              <a:pPr>
                <a:defRPr/>
              </a:pPr>
              <a:t>9/22/2026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0546E48-B548-26F6-DF2D-B424F01D7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09EE7BA-C720-B004-F4DB-274EC993D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03A6A7-D400-4EF5-AB7F-82FD8471753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808222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405EDF64-4BCD-F634-8CC2-A14A2B805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225C1F-5422-48DC-AB19-48346F48BD3B}" type="datetime1">
              <a:rPr lang="en-US"/>
              <a:pPr>
                <a:defRPr/>
              </a:pPr>
              <a:t>9/22/2026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4E6969F-20DB-CAD2-87EA-A7C176B87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121D3B1-9430-259A-5D22-1CC16E457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36852E-8681-475E-A945-BD22A711DAC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17390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2">
            <a:extLst>
              <a:ext uri="{FF2B5EF4-FFF2-40B4-BE49-F238E27FC236}">
                <a16:creationId xmlns:a16="http://schemas.microsoft.com/office/drawing/2014/main" id="{304C2671-B520-844E-1626-F0823FF2A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E4803D-60C4-40D7-BFC2-10E880737508}" type="datetime1">
              <a:rPr lang="en-US"/>
              <a:pPr>
                <a:defRPr/>
              </a:pPr>
              <a:t>9/22/2026</a:t>
            </a:fld>
            <a:endParaRPr lang="en-US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D2D3DB5C-3DF1-9C09-96D6-AE35B75DE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E449BCB0-E6EC-3789-9E0A-CE3439433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6084245-29C7-4982-896D-C116CA52B79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71754096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63623C-E896-1766-7D64-55B12257F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40B0DB-C274-47FD-9B9D-11329D6D24ED}" type="datetime1">
              <a:rPr lang="en-US"/>
              <a:pPr>
                <a:defRPr/>
              </a:pPr>
              <a:t>9/22/2026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250FBE-B58C-D03E-1A3B-1874950C3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A8C25A-1064-BD12-AEED-7CF407160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623CF17-676E-44F1-9D90-8EF5C064F82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081208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7B66B05-5C6B-5160-3E95-81C120E5B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225C1F-5422-48DC-AB19-48346F48BD3B}" type="datetime1">
              <a:rPr lang="en-US"/>
              <a:pPr>
                <a:defRPr/>
              </a:pPr>
              <a:t>9/22/2026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06EE684-F3A0-197E-0F1F-3517AD648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EF5FA37-9829-9DC3-CC96-8CDC9A1FE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41A045-DEE1-40FA-ACEA-7F09C99C524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674446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F81244A-AA15-E82B-C716-DEBD20CAC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225C1F-5422-48DC-AB19-48346F48BD3B}" type="datetime1">
              <a:rPr lang="en-US"/>
              <a:pPr>
                <a:defRPr/>
              </a:pPr>
              <a:t>9/22/2026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8ACF47E-83F0-EC56-8CD8-9D2DE3B8B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0E0A1DA-EF9D-96C6-1F82-55C261FC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636FC1-9C2D-4D97-8C3C-03624611D2C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0617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285071-657C-80BD-6918-67CA4DF8B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225C1F-5422-48DC-AB19-48346F48BD3B}" type="datetime1">
              <a:rPr lang="en-US"/>
              <a:pPr>
                <a:defRPr/>
              </a:pPr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862DCE-7913-E009-8259-0ACA50E60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E63A59-F1A6-CF77-233A-15BD29709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A68061-3D28-4600-815E-6E99041A064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6473417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10F43E-C330-ACD5-B0F2-1E7DB90C7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225C1F-5422-48DC-AB19-48346F48BD3B}" type="datetime1">
              <a:rPr lang="en-US"/>
              <a:pPr>
                <a:defRPr/>
              </a:pPr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D2F3F2-319F-C906-32BF-A374EB679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B1EC3-9CF7-1CE6-498C-779A30702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28202E-B261-41BD-81CD-D908CAB5EB4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140853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DACD036-7B0F-D1DD-BAA4-2BE5C96F7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225C1F-5422-48DC-AB19-48346F48BD3B}" type="datetime1">
              <a:rPr lang="en-US"/>
              <a:pPr>
                <a:defRPr/>
              </a:pPr>
              <a:t>9/22/2026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05C5215-0A85-4CB4-6FAC-B72373BE6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92EC6ED-C7AF-0F55-038D-26ED1E1A4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7C9CE1-90FD-4B3E-AB50-F4B83EE36F9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156445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77F0F2-6387-8C2A-CF97-A773625B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221948-5A8A-418A-9DFB-A544E7E96D54}" type="datetime4">
              <a:rPr lang="en-US"/>
              <a:pPr>
                <a:defRPr/>
              </a:pPr>
              <a:t>September 22,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6150E5-4E32-85AA-6E77-E84EE3363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89C760-90EF-74DD-A50A-17ECD4239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CC32DD-DAC2-4744-A8F6-22F6740708D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54481067"/>
      </p:ext>
    </p:extLst>
  </p:cSld>
  <p:clrMapOvr>
    <a:masterClrMapping/>
  </p:clrMapOvr>
  <p:transition>
    <p:zoom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23">
            <a:extLst>
              <a:ext uri="{FF2B5EF4-FFF2-40B4-BE49-F238E27FC236}">
                <a16:creationId xmlns:a16="http://schemas.microsoft.com/office/drawing/2014/main" id="{F9B4E9D3-3422-ED4E-0134-B76174504FD1}"/>
              </a:ext>
            </a:extLst>
          </p:cNvPr>
          <p:cNvGraphicFramePr>
            <a:graphicFrameLocks/>
          </p:cNvGraphicFramePr>
          <p:nvPr userDrawn="1"/>
        </p:nvGraphicFramePr>
        <p:xfrm>
          <a:off x="381000" y="1143000"/>
          <a:ext cx="8382000" cy="7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6857143" imgH="48963" progId="MS_ClipArt_Gallery.5">
                  <p:embed/>
                </p:oleObj>
              </mc:Choice>
              <mc:Fallback>
                <p:oleObj name="Clip" r:id="rId2" imgW="6857143" imgH="48963" progId="MS_ClipArt_Gallery.5">
                  <p:embed/>
                  <p:pic>
                    <p:nvPicPr>
                      <p:cNvPr id="4" name="Object 23">
                        <a:extLst>
                          <a:ext uri="{FF2B5EF4-FFF2-40B4-BE49-F238E27FC236}">
                            <a16:creationId xmlns:a16="http://schemas.microsoft.com/office/drawing/2014/main" id="{F9B4E9D3-3422-ED4E-0134-B76174504FD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143000"/>
                        <a:ext cx="8382000" cy="76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014586B-E011-E8FC-0BC7-F5AE3EE76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B2E243-0AFB-4AB0-8BCD-7E8A01FE7EDE}" type="datetime4">
              <a:rPr lang="en-US"/>
              <a:pPr>
                <a:defRPr/>
              </a:pPr>
              <a:t>September 22, 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DF1476C-5FFA-DF53-3840-811AAAC49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2D071BF-C9D0-8C4E-A336-207BDC659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69ABA6-33D2-4B9E-AD9A-DD94F86140E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5731181"/>
      </p:ext>
    </p:extLst>
  </p:cSld>
  <p:clrMapOvr>
    <a:masterClrMapping/>
  </p:clrMapOvr>
  <p:transition>
    <p:zoom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785B66-7259-6BE0-65A0-3885C8A45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746717-7827-4148-A428-62CD437884F9}" type="datetime4">
              <a:rPr lang="en-US"/>
              <a:pPr>
                <a:defRPr/>
              </a:pPr>
              <a:t>September 22,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EEAD32-26F1-8D64-4D9C-BD02AB5AF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A12A4B-D77B-6753-A9B6-BC0B5FA3C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3CA701-9760-407B-BD67-3400BC583E4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83027472"/>
      </p:ext>
    </p:extLst>
  </p:cSld>
  <p:clrMapOvr>
    <a:masterClrMapping/>
  </p:clrMapOvr>
  <p:transition>
    <p:zoom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D80F629-CE00-690A-15E6-6BA838C19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1B1689-D3E7-42E5-A3AB-41FC8F5B0A2D}" type="datetime4">
              <a:rPr lang="en-US"/>
              <a:pPr>
                <a:defRPr/>
              </a:pPr>
              <a:t>September 22, 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BB0D3DC-3C22-109A-2E56-4BC0C16EC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2D1C49F-AF12-75DF-F9E7-8A84805CB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C1E15D-5A6D-4850-8F72-D6F015B17B8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241762"/>
      </p:ext>
    </p:extLst>
  </p:cSld>
  <p:clrMapOvr>
    <a:masterClrMapping/>
  </p:clrMapOvr>
  <p:transition>
    <p:zoom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F79C754-B2CE-BE3B-301B-711FD05CF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238142-A7F3-4DA5-A797-4A097E7E5AA2}" type="datetime4">
              <a:rPr lang="en-US"/>
              <a:pPr>
                <a:defRPr/>
              </a:pPr>
              <a:t>September 22, 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41AB295-2298-391A-2C42-7CDB4018D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5F885BD-44F8-7B7E-7357-7A1616B19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662872-9664-48DD-802F-128B8FC5B70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91450349"/>
      </p:ext>
    </p:extLst>
  </p:cSld>
  <p:clrMapOvr>
    <a:masterClrMapping/>
  </p:clrMapOvr>
  <p:transition>
    <p:zoom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172C9AFA-4A0C-AA04-1B45-39B7B21A7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E3D241-C31D-4C0D-B199-5EE7B1909775}" type="datetime4">
              <a:rPr lang="en-US"/>
              <a:pPr>
                <a:defRPr/>
              </a:pPr>
              <a:t>September 22, 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9DABFC0-38A1-6FC2-FB23-A524FCE92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30DFE91-719C-1837-23C6-8F08B9B78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7FB9B-9046-4A4E-85F7-1E5D17AE73E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67818414"/>
      </p:ext>
    </p:extLst>
  </p:cSld>
  <p:clrMapOvr>
    <a:masterClrMapping/>
  </p:clrMapOvr>
  <p:hf hdr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BCE9BBD2-202F-CC4E-7D19-A20F2FC8B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FFE06D-304E-4A75-A722-290340788F57}" type="datetime4">
              <a:rPr lang="en-US"/>
              <a:pPr>
                <a:defRPr/>
              </a:pPr>
              <a:t>September 22, 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241CD4D3-21B7-D309-17C7-CA44F02DA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DEC2F24-0991-03A1-153A-D9522C742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D9EFE0-9133-4186-95BF-D4A526376CC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1796808"/>
      </p:ext>
    </p:extLst>
  </p:cSld>
  <p:clrMapOvr>
    <a:masterClrMapping/>
  </p:clrMapOvr>
  <p:transition>
    <p:zoom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8BD5492-58DC-49D8-F297-0C354F5D2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E5B61B-8713-47A7-8C4D-AD819EEFDC49}" type="datetime4">
              <a:rPr lang="en-US"/>
              <a:pPr>
                <a:defRPr/>
              </a:pPr>
              <a:t>September 22, 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09B7B3D-65BA-3830-1499-A6F86E0ED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83AFD19-1A8B-F7FB-F3F1-508CE6C74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4D35DF-98CC-4DBF-ADAC-1112F337B64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902534"/>
      </p:ext>
    </p:extLst>
  </p:cSld>
  <p:clrMapOvr>
    <a:masterClrMapping/>
  </p:clrMapOvr>
  <p:transition>
    <p:zoom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E3E5826-F329-40E3-4B6E-74680D992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388484-3C3F-4A80-92CC-EF2B879A9F59}" type="datetime4">
              <a:rPr lang="en-US"/>
              <a:pPr>
                <a:defRPr/>
              </a:pPr>
              <a:t>September 22, 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2FE6728-42B9-2697-4C69-EE13E7E08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0D8C691-564A-D21D-C91E-9520E1AEE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DEA871-BE0D-4775-BDFE-2BEC08C9374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1876966"/>
      </p:ext>
    </p:extLst>
  </p:cSld>
  <p:clrMapOvr>
    <a:masterClrMapping/>
  </p:clrMapOvr>
  <p:transition>
    <p:zoom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F9475-775B-4CBE-391C-636F2E536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6DBC33-0365-4755-BB3B-1C73023C2ABA}" type="datetime4">
              <a:rPr lang="en-US"/>
              <a:pPr>
                <a:defRPr/>
              </a:pPr>
              <a:t>September 22,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BB593-9B6C-E4AF-94D6-D573E5719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521FB6-D590-7DE5-2D7D-94EEFAA47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5BB68E-EE82-40DE-9243-E8BD6411182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78747797"/>
      </p:ext>
    </p:extLst>
  </p:cSld>
  <p:clrMapOvr>
    <a:masterClrMapping/>
  </p:clrMapOvr>
  <p:transition>
    <p:zoom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14FFD2-F165-4C8A-12F6-1BB64D51B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774F4E-9A0E-4A9D-A49B-E7F758899434}" type="datetime4">
              <a:rPr lang="en-US"/>
              <a:pPr>
                <a:defRPr/>
              </a:pPr>
              <a:t>September 22,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391E1-C054-847C-FE5B-E820C13A6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C30EA3-7142-D17E-7587-ECA132485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2F7FC4-1DD5-408B-AF20-79E0E713EC5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19956819"/>
      </p:ext>
    </p:extLst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oleObject" Target="../embeddings/oleObject1.bin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A1E42E7C-E647-F102-F624-DDCCB25BD3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88950" y="-87313"/>
            <a:ext cx="80264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2D24395B-6AA6-C2DE-B35D-4C6E32F087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88950" y="1346200"/>
            <a:ext cx="8026400" cy="490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4342CD-63BF-97F7-F92E-3997EE79B0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900">
                <a:solidFill>
                  <a:srgbClr val="898989"/>
                </a:solidFill>
                <a:latin typeface="Arial" charset="0"/>
              </a:defRPr>
            </a:lvl1pPr>
          </a:lstStyle>
          <a:p>
            <a:pPr>
              <a:defRPr/>
            </a:pPr>
            <a:fld id="{57DF8F2C-89F7-483B-9A9D-B87A32168D85}" type="datetime4">
              <a:rPr lang="en-US"/>
              <a:pPr>
                <a:defRPr/>
              </a:pPr>
              <a:t>September 22,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1A414E-F76E-1FD4-DA27-3544A6B394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MS PGothic" pitchFamily="34" charset="-128"/>
              </a:defRPr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F23D11-B49E-0EA2-DDCA-7E6F7240B0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9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E703FDF0-5BC9-4C14-9218-9FFEA8F22A3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1031" name="Picture 7">
            <a:extLst>
              <a:ext uri="{FF2B5EF4-FFF2-40B4-BE49-F238E27FC236}">
                <a16:creationId xmlns:a16="http://schemas.microsoft.com/office/drawing/2014/main" id="{D296FE69-4CB9-EBDD-9EE1-DD71C1D2D8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8200" y="0"/>
            <a:ext cx="574675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19">
            <a:extLst>
              <a:ext uri="{FF2B5EF4-FFF2-40B4-BE49-F238E27FC236}">
                <a16:creationId xmlns:a16="http://schemas.microsoft.com/office/drawing/2014/main" id="{185BA9AC-8CF0-5DF6-2465-3DC1767752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6354763"/>
            <a:ext cx="5562600" cy="2746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  <a:defRPr/>
            </a:pPr>
            <a:r>
              <a:rPr lang="en-US" altLang="en-US" sz="1200" b="1" i="1">
                <a:cs typeface="Arial" charset="0"/>
              </a:rPr>
              <a:t>     </a:t>
            </a:r>
            <a:endParaRPr lang="en-US" altLang="en-US" sz="1200" b="1">
              <a:solidFill>
                <a:srgbClr val="0000CC"/>
              </a:solidFill>
              <a:cs typeface="Arial" charset="0"/>
            </a:endParaRPr>
          </a:p>
        </p:txBody>
      </p:sp>
      <p:graphicFrame>
        <p:nvGraphicFramePr>
          <p:cNvPr id="1033" name="Object 23">
            <a:extLst>
              <a:ext uri="{FF2B5EF4-FFF2-40B4-BE49-F238E27FC236}">
                <a16:creationId xmlns:a16="http://schemas.microsoft.com/office/drawing/2014/main" id="{B9362F25-2C41-4475-B4B6-F4560FBFFF3A}"/>
              </a:ext>
            </a:extLst>
          </p:cNvPr>
          <p:cNvGraphicFramePr>
            <a:graphicFrameLocks/>
          </p:cNvGraphicFramePr>
          <p:nvPr userDrawn="1"/>
        </p:nvGraphicFramePr>
        <p:xfrm>
          <a:off x="381000" y="1143000"/>
          <a:ext cx="8382000" cy="7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16" imgW="6857143" imgH="48963" progId="MS_ClipArt_Gallery.5">
                  <p:embed/>
                </p:oleObj>
              </mc:Choice>
              <mc:Fallback>
                <p:oleObj name="Clip" r:id="rId16" imgW="6857143" imgH="48963" progId="MS_ClipArt_Gallery.5">
                  <p:embed/>
                  <p:pic>
                    <p:nvPicPr>
                      <p:cNvPr id="1033" name="Object 23">
                        <a:extLst>
                          <a:ext uri="{FF2B5EF4-FFF2-40B4-BE49-F238E27FC236}">
                            <a16:creationId xmlns:a16="http://schemas.microsoft.com/office/drawing/2014/main" id="{B9362F25-2C41-4475-B4B6-F4560FBFFF3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143000"/>
                        <a:ext cx="8382000" cy="76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4181" r:id="rId1"/>
    <p:sldLayoutId id="2147484153" r:id="rId2"/>
    <p:sldLayoutId id="2147484154" r:id="rId3"/>
    <p:sldLayoutId id="2147484155" r:id="rId4"/>
    <p:sldLayoutId id="2147484156" r:id="rId5"/>
    <p:sldLayoutId id="2147484182" r:id="rId6"/>
    <p:sldLayoutId id="2147484183" r:id="rId7"/>
    <p:sldLayoutId id="2147484157" r:id="rId8"/>
    <p:sldLayoutId id="2147484158" r:id="rId9"/>
    <p:sldLayoutId id="2147484159" r:id="rId10"/>
    <p:sldLayoutId id="2147484160" r:id="rId11"/>
    <p:sldLayoutId id="2147484161" r:id="rId12"/>
  </p:sldLayoutIdLst>
  <p:transition>
    <p:zoom/>
  </p:transition>
  <p:hf hdr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Calibri Light" panose="020F0302020204030204" pitchFamily="34" charset="0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Calibri Light" panose="020F0302020204030204" pitchFamily="34" charset="0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Calibri Light" panose="020F0302020204030204" pitchFamily="34" charset="0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Calibri Light" panose="020F0302020204030204" pitchFamily="34" charset="0"/>
        </a:defRPr>
      </a:lvl5pPr>
      <a:lvl6pPr marL="4572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Calibri Light" panose="020F0302020204030204" pitchFamily="34" charset="0"/>
        </a:defRPr>
      </a:lvl6pPr>
      <a:lvl7pPr marL="9144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Calibri Light" panose="020F0302020204030204" pitchFamily="34" charset="0"/>
        </a:defRPr>
      </a:lvl7pPr>
      <a:lvl8pPr marL="13716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Calibri Light" panose="020F0302020204030204" pitchFamily="34" charset="0"/>
        </a:defRPr>
      </a:lvl8pPr>
      <a:lvl9pPr marL="18288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Calibri Light" panose="020F0302020204030204" pitchFamily="34" charset="0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rgbClr val="404040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rgbClr val="404040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rgbClr val="404040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rgbClr val="404040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rgbClr val="404040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>
            <a:extLst>
              <a:ext uri="{FF2B5EF4-FFF2-40B4-BE49-F238E27FC236}">
                <a16:creationId xmlns:a16="http://schemas.microsoft.com/office/drawing/2014/main" id="{CC9B2D7F-3883-EBF9-4AAA-18CA718CB5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88950" y="-87313"/>
            <a:ext cx="80264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Text Placeholder 2">
            <a:extLst>
              <a:ext uri="{FF2B5EF4-FFF2-40B4-BE49-F238E27FC236}">
                <a16:creationId xmlns:a16="http://schemas.microsoft.com/office/drawing/2014/main" id="{77672037-93A9-9A6B-0F21-396675A15C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88950" y="1346200"/>
            <a:ext cx="8026400" cy="490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B80297-7D8D-DD00-DA50-F5A32C6978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900">
                <a:solidFill>
                  <a:srgbClr val="898989"/>
                </a:solidFill>
                <a:latin typeface="Arial" charset="0"/>
              </a:defRPr>
            </a:lvl1pPr>
          </a:lstStyle>
          <a:p>
            <a:pPr>
              <a:defRPr/>
            </a:pPr>
            <a:fld id="{12225C1F-5422-48DC-AB19-48346F48BD3B}" type="datetime1">
              <a:rPr lang="en-US"/>
              <a:pPr>
                <a:defRPr/>
              </a:pPr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DF7EE5-6236-9CC1-96AC-33B7A52262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900">
                <a:solidFill>
                  <a:srgbClr val="898989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377891-C56D-3D75-8715-8EEC9FD2F7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9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5E782F69-D3D4-448F-8DD5-391DECAE78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2055" name="Picture 6">
            <a:extLst>
              <a:ext uri="{FF2B5EF4-FFF2-40B4-BE49-F238E27FC236}">
                <a16:creationId xmlns:a16="http://schemas.microsoft.com/office/drawing/2014/main" id="{81D56D48-C429-647F-D12F-EF2C1E4D42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8200" y="0"/>
            <a:ext cx="574675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84" r:id="rId1"/>
    <p:sldLayoutId id="2147484162" r:id="rId2"/>
    <p:sldLayoutId id="2147484163" r:id="rId3"/>
    <p:sldLayoutId id="2147484164" r:id="rId4"/>
    <p:sldLayoutId id="2147484165" r:id="rId5"/>
    <p:sldLayoutId id="2147484185" r:id="rId6"/>
    <p:sldLayoutId id="2147484186" r:id="rId7"/>
    <p:sldLayoutId id="2147484166" r:id="rId8"/>
    <p:sldLayoutId id="2147484167" r:id="rId9"/>
    <p:sldLayoutId id="2147484168" r:id="rId10"/>
    <p:sldLayoutId id="2147484169" r:id="rId11"/>
    <p:sldLayoutId id="2147484170" r:id="rId12"/>
  </p:sldLayoutIdLst>
  <p:hf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Calibri Light" panose="020F0302020204030204" pitchFamily="34" charset="0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Calibri Light" panose="020F0302020204030204" pitchFamily="34" charset="0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Calibri Light" panose="020F0302020204030204" pitchFamily="34" charset="0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Calibri Light" panose="020F0302020204030204" pitchFamily="34" charset="0"/>
        </a:defRPr>
      </a:lvl5pPr>
      <a:lvl6pPr marL="4572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Calibri Light" panose="020F0302020204030204" pitchFamily="34" charset="0"/>
        </a:defRPr>
      </a:lvl6pPr>
      <a:lvl7pPr marL="9144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Calibri Light" panose="020F0302020204030204" pitchFamily="34" charset="0"/>
        </a:defRPr>
      </a:lvl7pPr>
      <a:lvl8pPr marL="13716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Calibri Light" panose="020F0302020204030204" pitchFamily="34" charset="0"/>
        </a:defRPr>
      </a:lvl8pPr>
      <a:lvl9pPr marL="18288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Calibri Light" panose="020F0302020204030204" pitchFamily="34" charset="0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rgbClr val="404040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rgbClr val="404040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rgbClr val="404040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rgbClr val="404040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rgbClr val="404040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>
            <a:extLst>
              <a:ext uri="{FF2B5EF4-FFF2-40B4-BE49-F238E27FC236}">
                <a16:creationId xmlns:a16="http://schemas.microsoft.com/office/drawing/2014/main" id="{5911080E-6935-1816-BD56-C9F18F7305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648C7F-1A20-EC33-2E9F-00399AED2D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234874-A16E-941F-DF8A-81A764F40F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7CC43FE7-6C61-4B2A-84BF-6F8EA9B47337}" type="datetime4">
              <a:rPr lang="en-US"/>
              <a:pPr>
                <a:defRPr/>
              </a:pPr>
              <a:t>September 22,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E1EA93-E60A-2DD4-E3BA-12BB5D659A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B8FB58-F158-4C7B-CEBA-6696BF1530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E254345-84D0-49AD-851A-0DA79FCEB4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graphicFrame>
        <p:nvGraphicFramePr>
          <p:cNvPr id="3079" name="Object 23">
            <a:extLst>
              <a:ext uri="{FF2B5EF4-FFF2-40B4-BE49-F238E27FC236}">
                <a16:creationId xmlns:a16="http://schemas.microsoft.com/office/drawing/2014/main" id="{C7A05659-111E-B429-2066-FAB57C938821}"/>
              </a:ext>
            </a:extLst>
          </p:cNvPr>
          <p:cNvGraphicFramePr>
            <a:graphicFrameLocks/>
          </p:cNvGraphicFramePr>
          <p:nvPr userDrawn="1"/>
        </p:nvGraphicFramePr>
        <p:xfrm>
          <a:off x="381000" y="1143000"/>
          <a:ext cx="8382000" cy="7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13" imgW="6857143" imgH="48963" progId="MS_ClipArt_Gallery.5">
                  <p:embed/>
                </p:oleObj>
              </mc:Choice>
              <mc:Fallback>
                <p:oleObj name="Clip" r:id="rId13" imgW="6857143" imgH="48963" progId="MS_ClipArt_Gallery.5">
                  <p:embed/>
                  <p:pic>
                    <p:nvPicPr>
                      <p:cNvPr id="3079" name="Object 23">
                        <a:extLst>
                          <a:ext uri="{FF2B5EF4-FFF2-40B4-BE49-F238E27FC236}">
                            <a16:creationId xmlns:a16="http://schemas.microsoft.com/office/drawing/2014/main" id="{C7A05659-111E-B429-2066-FAB57C93882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143000"/>
                        <a:ext cx="8382000" cy="76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4171" r:id="rId1"/>
    <p:sldLayoutId id="2147484187" r:id="rId2"/>
    <p:sldLayoutId id="2147484172" r:id="rId3"/>
    <p:sldLayoutId id="2147484173" r:id="rId4"/>
    <p:sldLayoutId id="2147484174" r:id="rId5"/>
    <p:sldLayoutId id="2147484175" r:id="rId6"/>
    <p:sldLayoutId id="2147484176" r:id="rId7"/>
    <p:sldLayoutId id="2147484177" r:id="rId8"/>
    <p:sldLayoutId id="2147484178" r:id="rId9"/>
    <p:sldLayoutId id="2147484179" r:id="rId10"/>
    <p:sldLayoutId id="2147484180" r:id="rId11"/>
  </p:sldLayoutIdLst>
  <p:transition>
    <p:zoom/>
  </p:transition>
  <p:hf hdr="0"/>
  <p:txStyles>
    <p:titleStyle>
      <a:lvl1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2pPr>
      <a:lvl3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3pPr>
      <a:lvl4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4pPr>
      <a:lvl5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71450" indent="-171450" algn="l" defTabSz="685800" rtl="0" fontAlgn="base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61BE13B3-E5F1-C484-26CE-E373D8D130A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143000" y="1122363"/>
            <a:ext cx="7467600" cy="2387600"/>
          </a:xfrm>
        </p:spPr>
        <p:txBody>
          <a:bodyPr/>
          <a:lstStyle/>
          <a:p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Nhập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môn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khoa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endParaRPr lang="en-US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8C654699-4178-5955-CFAF-27BE246A729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/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GV: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Vũ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Hoài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Nam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namvh@ptit.edu.vn</a:t>
            </a:r>
          </a:p>
        </p:txBody>
      </p:sp>
      <p:sp>
        <p:nvSpPr>
          <p:cNvPr id="13316" name="Slide Number Placeholder 3">
            <a:extLst>
              <a:ext uri="{FF2B5EF4-FFF2-40B4-BE49-F238E27FC236}">
                <a16:creationId xmlns:a16="http://schemas.microsoft.com/office/drawing/2014/main" id="{49E3408E-E98A-2260-804C-BB6A0440B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72CB095D-2837-466C-B5A3-1522ED1696DF}" type="slidenum">
              <a:rPr lang="en-US" altLang="en-US" sz="1400">
                <a:latin typeface="Tahoma" panose="020B0604030504040204" pitchFamily="34" charset="0"/>
              </a:rPr>
              <a:pPr/>
              <a:t>1</a:t>
            </a:fld>
            <a:endParaRPr lang="en-US" altLang="en-US" sz="1400">
              <a:latin typeface="Tahoma" panose="020B0604030504040204" pitchFamily="34" charset="0"/>
            </a:endParaRPr>
          </a:p>
        </p:txBody>
      </p:sp>
      <p:sp>
        <p:nvSpPr>
          <p:cNvPr id="13317" name="Slide Number Placeholder 5">
            <a:extLst>
              <a:ext uri="{FF2B5EF4-FFF2-40B4-BE49-F238E27FC236}">
                <a16:creationId xmlns:a16="http://schemas.microsoft.com/office/drawing/2014/main" id="{CA12C36D-168E-B8A3-74E3-5C010E036C87}"/>
              </a:ext>
            </a:extLst>
          </p:cNvPr>
          <p:cNvSpPr txBox="1">
            <a:spLocks noGrp="1"/>
          </p:cNvSpPr>
          <p:nvPr/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06E3FC5D-B7F6-4E89-A9B5-08BD9307C8AA}" type="slidenum">
              <a:rPr lang="zh-CN" altLang="en-US" sz="1200">
                <a:latin typeface="Tahoma" panose="020B0604030504040204" pitchFamily="34" charset="0"/>
                <a:ea typeface="SimSun" panose="02010600030101010101" pitchFamily="2" charset="-122"/>
              </a:rPr>
              <a:pPr algn="r" eaLnBrk="1" hangingPunct="1"/>
              <a:t>1</a:t>
            </a:fld>
            <a:endParaRPr lang="en-US" altLang="zh-CN" sz="1200">
              <a:latin typeface="Tahoma" panose="020B0604030504040204" pitchFamily="34" charset="0"/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76484519-7454-9CD3-1242-45370891CBB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81000" y="136525"/>
            <a:ext cx="6858000" cy="1011238"/>
          </a:xfrm>
        </p:spPr>
        <p:txBody>
          <a:bodyPr/>
          <a:lstStyle/>
          <a:p>
            <a:pPr algn="l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  <a:endParaRPr lang="en-US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0ACA5DF0-F383-7263-41F9-F2C967E8C81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81000" y="1600200"/>
            <a:ext cx="8134350" cy="4114800"/>
          </a:xfrm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285750" indent="-28575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quy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môn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Khoa </a:t>
            </a:r>
            <a:r>
              <a:rPr lang="en-US" alt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gì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B5691EE3-8C30-E9F9-BDEA-8B6452E4C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EF1AD76-4C70-4F50-8D73-21E5247B6401}" type="slidenum">
              <a:rPr lang="en-US" altLang="en-US" sz="1400">
                <a:latin typeface="Tahoma" panose="020B0604030504040204" pitchFamily="34" charset="0"/>
              </a:rPr>
              <a:pPr/>
              <a:t>2</a:t>
            </a:fld>
            <a:endParaRPr lang="en-US" altLang="en-US" sz="1400">
              <a:latin typeface="Tahoma" panose="020B0604030504040204" pitchFamily="34" charset="0"/>
            </a:endParaRPr>
          </a:p>
        </p:txBody>
      </p:sp>
      <p:sp>
        <p:nvSpPr>
          <p:cNvPr id="15365" name="Slide Number Placeholder 5">
            <a:extLst>
              <a:ext uri="{FF2B5EF4-FFF2-40B4-BE49-F238E27FC236}">
                <a16:creationId xmlns:a16="http://schemas.microsoft.com/office/drawing/2014/main" id="{F7DA4120-A070-9C12-3C22-EEB540BA9E2D}"/>
              </a:ext>
            </a:extLst>
          </p:cNvPr>
          <p:cNvSpPr txBox="1">
            <a:spLocks noGrp="1"/>
          </p:cNvSpPr>
          <p:nvPr/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7AD3DAE4-DD40-4379-8F7D-67E93BBA4298}" type="slidenum">
              <a:rPr lang="zh-CN" altLang="en-US" sz="1200">
                <a:latin typeface="Tahoma" panose="020B0604030504040204" pitchFamily="34" charset="0"/>
                <a:ea typeface="SimSun" panose="02010600030101010101" pitchFamily="2" charset="-122"/>
              </a:rPr>
              <a:pPr algn="r" eaLnBrk="1" hangingPunct="1"/>
              <a:t>2</a:t>
            </a:fld>
            <a:endParaRPr lang="en-US" altLang="zh-CN" sz="1200">
              <a:latin typeface="Tahoma" panose="020B0604030504040204" pitchFamily="34" charset="0"/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91F32A1C-5879-2A3C-CA32-E5026DB06F2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81000" y="136525"/>
            <a:ext cx="6858000" cy="1011238"/>
          </a:xfrm>
        </p:spPr>
        <p:txBody>
          <a:bodyPr/>
          <a:lstStyle/>
          <a:p>
            <a:pPr algn="l"/>
            <a:r>
              <a:rPr lang="en-US" altLang="en-US" sz="3300" dirty="0" err="1"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altLang="en-US" sz="33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300" dirty="0" err="1">
                <a:latin typeface="Arial" panose="020B0604020202020204" pitchFamily="34" charset="0"/>
                <a:cs typeface="Arial" panose="020B0604020202020204" pitchFamily="34" charset="0"/>
              </a:rPr>
              <a:t>quy</a:t>
            </a:r>
            <a:r>
              <a:rPr lang="en-US" altLang="en-US" sz="3300" dirty="0">
                <a:latin typeface="Arial" panose="020B0604020202020204" pitchFamily="34" charset="0"/>
                <a:cs typeface="Arial" panose="020B0604020202020204" pitchFamily="34" charset="0"/>
              </a:rPr>
              <a:t> (1)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AEC15D08-75BD-0973-6C9A-0946BAC2ED8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81000" y="1600200"/>
            <a:ext cx="8134350" cy="4191000"/>
          </a:xfrm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285750" indent="-28575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Tên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môn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Nhập</a:t>
            </a:r>
            <a:r>
              <a:rPr lang="en-US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môn</a:t>
            </a:r>
            <a:r>
              <a:rPr lang="en-US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khoa </a:t>
            </a:r>
            <a:r>
              <a:rPr lang="en-US" alt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endParaRPr lang="en-US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tín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chỉ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285750" indent="-28575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lang="en-US" alt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chính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685800" lvl="1" indent="-342900" algn="l">
              <a:lnSpc>
                <a:spcPct val="110000"/>
              </a:lnSpc>
              <a:buFont typeface="Wingdings" panose="05000000000000000000" pitchFamily="2" charset="2"/>
              <a:buChar char="v"/>
            </a:pPr>
            <a:r>
              <a:rPr lang="en-US" alt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Toán</a:t>
            </a:r>
            <a:r>
              <a:rPr lang="en-US" alt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cơ</a:t>
            </a:r>
            <a:r>
              <a:rPr lang="en-US" alt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bản</a:t>
            </a:r>
            <a:r>
              <a:rPr lang="en-US" alt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alt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khoa </a:t>
            </a:r>
            <a:r>
              <a:rPr lang="en-US" alt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alt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alt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endParaRPr lang="en-US" alt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85800" lvl="1" indent="-342900" algn="l">
              <a:lnSpc>
                <a:spcPct val="110000"/>
              </a:lnSpc>
              <a:buFont typeface="Wingdings" panose="05000000000000000000" pitchFamily="2" charset="2"/>
              <a:buChar char="v"/>
            </a:pPr>
            <a:r>
              <a:rPr lang="en-US" alt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Chuẩn</a:t>
            </a:r>
            <a:r>
              <a:rPr lang="en-US" alt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bị</a:t>
            </a:r>
            <a:r>
              <a:rPr lang="en-US" alt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alt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endParaRPr lang="en-US" alt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85800" lvl="1" indent="-342900" algn="l">
              <a:lnSpc>
                <a:spcPct val="110000"/>
              </a:lnSpc>
              <a:buFont typeface="Wingdings" panose="05000000000000000000" pitchFamily="2" charset="2"/>
              <a:buChar char="v"/>
            </a:pPr>
            <a:r>
              <a:rPr lang="en-US" alt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Trực</a:t>
            </a:r>
            <a:r>
              <a:rPr lang="en-US" alt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quan</a:t>
            </a:r>
            <a:r>
              <a:rPr lang="en-US" alt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alt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alt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endParaRPr lang="en-US" alt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85800" lvl="1" indent="-342900" algn="l">
              <a:lnSpc>
                <a:spcPct val="110000"/>
              </a:lnSpc>
              <a:buFont typeface="Wingdings" panose="05000000000000000000" pitchFamily="2" charset="2"/>
              <a:buChar char="v"/>
            </a:pPr>
            <a:r>
              <a:rPr lang="en-US" alt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alt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máy</a:t>
            </a:r>
            <a:endParaRPr lang="en-US" alt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85800" lvl="1" indent="-342900" algn="l">
              <a:lnSpc>
                <a:spcPct val="110000"/>
              </a:lnSpc>
              <a:buFont typeface="Wingdings" panose="05000000000000000000" pitchFamily="2" charset="2"/>
              <a:buChar char="v"/>
            </a:pPr>
            <a:r>
              <a:rPr lang="en-US" alt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Cơ</a:t>
            </a:r>
            <a:r>
              <a:rPr lang="en-US" alt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r>
              <a:rPr lang="en-US" alt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alt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alt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và SQL</a:t>
            </a:r>
          </a:p>
          <a:p>
            <a:pPr marL="685800" lvl="1" indent="-342900" algn="l">
              <a:lnSpc>
                <a:spcPct val="110000"/>
              </a:lnSpc>
              <a:buFont typeface="Wingdings" panose="05000000000000000000" pitchFamily="2" charset="2"/>
              <a:buChar char="v"/>
            </a:pPr>
            <a:r>
              <a:rPr lang="en-US" alt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alt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khuyến</a:t>
            </a:r>
            <a:r>
              <a:rPr lang="en-US" alt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nghị</a:t>
            </a:r>
            <a:endParaRPr lang="en-US" alt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12" name="Slide Number Placeholder 3">
            <a:extLst>
              <a:ext uri="{FF2B5EF4-FFF2-40B4-BE49-F238E27FC236}">
                <a16:creationId xmlns:a16="http://schemas.microsoft.com/office/drawing/2014/main" id="{40B1F5B9-8A87-8467-957B-2CA01D762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DD84D44-2386-496F-8B4C-03B50075F6BE}" type="slidenum">
              <a:rPr lang="en-US" altLang="en-US" sz="1400">
                <a:latin typeface="Tahoma" panose="020B0604030504040204" pitchFamily="34" charset="0"/>
              </a:rPr>
              <a:pPr/>
              <a:t>3</a:t>
            </a:fld>
            <a:endParaRPr lang="en-US" altLang="en-US" sz="1400">
              <a:latin typeface="Tahoma" panose="020B0604030504040204" pitchFamily="34" charset="0"/>
            </a:endParaRPr>
          </a:p>
        </p:txBody>
      </p:sp>
      <p:sp>
        <p:nvSpPr>
          <p:cNvPr id="17413" name="Slide Number Placeholder 5">
            <a:extLst>
              <a:ext uri="{FF2B5EF4-FFF2-40B4-BE49-F238E27FC236}">
                <a16:creationId xmlns:a16="http://schemas.microsoft.com/office/drawing/2014/main" id="{CF958F2B-BCF2-95E9-4145-31AD1CA88E27}"/>
              </a:ext>
            </a:extLst>
          </p:cNvPr>
          <p:cNvSpPr txBox="1">
            <a:spLocks noGrp="1"/>
          </p:cNvSpPr>
          <p:nvPr/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F6C4E43A-F738-4466-A7C1-ACB0EDF5BA4E}" type="slidenum">
              <a:rPr lang="zh-CN" altLang="en-US" sz="1200">
                <a:latin typeface="Tahoma" panose="020B0604030504040204" pitchFamily="34" charset="0"/>
                <a:ea typeface="SimSun" panose="02010600030101010101" pitchFamily="2" charset="-122"/>
              </a:rPr>
              <a:pPr algn="r" eaLnBrk="1" hangingPunct="1"/>
              <a:t>3</a:t>
            </a:fld>
            <a:endParaRPr lang="en-US" altLang="zh-CN" sz="1200">
              <a:latin typeface="Tahoma" panose="020B0604030504040204" pitchFamily="34" charset="0"/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9F9F3A7C-5731-2C62-2AC6-291F26BEDC8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81000" y="136525"/>
            <a:ext cx="6858000" cy="1011238"/>
          </a:xfrm>
        </p:spPr>
        <p:txBody>
          <a:bodyPr/>
          <a:lstStyle/>
          <a:p>
            <a:pPr algn="l"/>
            <a:r>
              <a:rPr lang="en-US" altLang="en-US" sz="3300" dirty="0" err="1">
                <a:latin typeface="Arial" panose="020B0604020202020204" pitchFamily="34" charset="0"/>
                <a:cs typeface="Arial" panose="020B0604020202020204" pitchFamily="34" charset="0"/>
              </a:rPr>
              <a:t>Kiến</a:t>
            </a:r>
            <a:r>
              <a:rPr lang="en-US" altLang="en-US" sz="33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300" dirty="0" err="1">
                <a:latin typeface="Arial" panose="020B0604020202020204" pitchFamily="34" charset="0"/>
                <a:cs typeface="Arial" panose="020B0604020202020204" pitchFamily="34" charset="0"/>
              </a:rPr>
              <a:t>thức</a:t>
            </a:r>
            <a:r>
              <a:rPr lang="en-US" altLang="en-US" sz="33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300" dirty="0" err="1">
                <a:latin typeface="Arial" panose="020B0604020202020204" pitchFamily="34" charset="0"/>
                <a:cs typeface="Arial" panose="020B0604020202020204" pitchFamily="34" charset="0"/>
              </a:rPr>
              <a:t>yêu</a:t>
            </a:r>
            <a:r>
              <a:rPr lang="en-US" altLang="en-US" sz="33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300" dirty="0" err="1">
                <a:latin typeface="Arial" panose="020B0604020202020204" pitchFamily="34" charset="0"/>
                <a:cs typeface="Arial" panose="020B0604020202020204" pitchFamily="34" charset="0"/>
              </a:rPr>
              <a:t>cầu</a:t>
            </a:r>
            <a:endParaRPr lang="en-US" altLang="en-US" sz="3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DAC81A58-309C-1A9A-CC06-4FDDB5BE14B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81000" y="1600200"/>
            <a:ext cx="8134350" cy="5121275"/>
          </a:xfrm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285750" indent="-28575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Biết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ngôn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ngữ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python, C++, Java, C# (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môn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sẽ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chủ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yếu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python)</a:t>
            </a:r>
          </a:p>
          <a:p>
            <a:pPr marL="285750" indent="-28575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Cấu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trúc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endParaRPr lang="en-US" alt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Làm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việc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file</a:t>
            </a:r>
          </a:p>
          <a:p>
            <a:pPr marL="285750" indent="-28575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kiến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thức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về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dạng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thường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dùng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như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văn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bản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ảnh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âm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thanh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phim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,..)</a:t>
            </a:r>
          </a:p>
          <a:p>
            <a:pPr marL="285750" indent="-28575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kiến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thức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cơ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bản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về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đại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tuyến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và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xác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suất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thống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kê</a:t>
            </a:r>
            <a:endParaRPr lang="en-US" alt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10000"/>
              </a:lnSpc>
            </a:pPr>
            <a:r>
              <a:rPr lang="fr-FR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ct val="110000"/>
              </a:lnSpc>
            </a:pPr>
            <a:endParaRPr lang="en-US" altLang="en-US" sz="2400" dirty="0"/>
          </a:p>
        </p:txBody>
      </p:sp>
      <p:sp>
        <p:nvSpPr>
          <p:cNvPr id="25604" name="Slide Number Placeholder 3">
            <a:extLst>
              <a:ext uri="{FF2B5EF4-FFF2-40B4-BE49-F238E27FC236}">
                <a16:creationId xmlns:a16="http://schemas.microsoft.com/office/drawing/2014/main" id="{B56EA466-0C14-3EF4-2042-4C5B72EDF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3C39ED0-C6A6-4A1A-A175-EC063DB3504B}" type="slidenum">
              <a:rPr lang="en-US" altLang="en-US" sz="1400">
                <a:latin typeface="Tahoma" panose="020B0604030504040204" pitchFamily="34" charset="0"/>
              </a:rPr>
              <a:pPr/>
              <a:t>4</a:t>
            </a:fld>
            <a:endParaRPr lang="en-US" altLang="en-US" sz="1400">
              <a:latin typeface="Tahoma" panose="020B0604030504040204" pitchFamily="34" charset="0"/>
            </a:endParaRPr>
          </a:p>
        </p:txBody>
      </p:sp>
      <p:sp>
        <p:nvSpPr>
          <p:cNvPr id="25605" name="Slide Number Placeholder 5">
            <a:extLst>
              <a:ext uri="{FF2B5EF4-FFF2-40B4-BE49-F238E27FC236}">
                <a16:creationId xmlns:a16="http://schemas.microsoft.com/office/drawing/2014/main" id="{DDEE5C39-30F7-DFA6-F638-E8B8F0B82480}"/>
              </a:ext>
            </a:extLst>
          </p:cNvPr>
          <p:cNvSpPr txBox="1">
            <a:spLocks noGrp="1"/>
          </p:cNvSpPr>
          <p:nvPr/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C4CB79DC-1EFE-412D-A1C0-8B36319DBE15}" type="slidenum">
              <a:rPr lang="zh-CN" altLang="en-US" sz="1200">
                <a:latin typeface="Tahoma" panose="020B0604030504040204" pitchFamily="34" charset="0"/>
                <a:ea typeface="SimSun" panose="02010600030101010101" pitchFamily="2" charset="-122"/>
              </a:rPr>
              <a:pPr algn="r" eaLnBrk="1" hangingPunct="1"/>
              <a:t>4</a:t>
            </a:fld>
            <a:endParaRPr lang="en-US" altLang="zh-CN" sz="1200" dirty="0">
              <a:latin typeface="Tahoma" panose="020B0604030504040204" pitchFamily="34" charset="0"/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155D9256-E779-D3B1-DF7A-53836C79CDC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81000" y="136525"/>
            <a:ext cx="6858000" cy="1011238"/>
          </a:xfrm>
        </p:spPr>
        <p:txBody>
          <a:bodyPr/>
          <a:lstStyle/>
          <a:p>
            <a:pPr algn="l"/>
            <a:r>
              <a:rPr lang="en-US" altLang="en-US" sz="3300" dirty="0">
                <a:latin typeface="Arial" panose="020B0604020202020204" pitchFamily="34" charset="0"/>
                <a:cs typeface="Arial" panose="020B0604020202020204" pitchFamily="34" charset="0"/>
              </a:rPr>
              <a:t>Công </a:t>
            </a:r>
            <a:r>
              <a:rPr lang="en-US" altLang="en-US" sz="3300" dirty="0" err="1">
                <a:latin typeface="Arial" panose="020B0604020202020204" pitchFamily="34" charset="0"/>
                <a:cs typeface="Arial" panose="020B0604020202020204" pitchFamily="34" charset="0"/>
              </a:rPr>
              <a:t>cụ</a:t>
            </a:r>
            <a:r>
              <a:rPr lang="en-US" altLang="en-US" sz="33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300" dirty="0" err="1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altLang="en-US" sz="33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300" dirty="0" err="1">
                <a:latin typeface="Arial" panose="020B0604020202020204" pitchFamily="34" charset="0"/>
                <a:cs typeface="Arial" panose="020B0604020202020204" pitchFamily="34" charset="0"/>
              </a:rPr>
              <a:t>tập</a:t>
            </a:r>
            <a:endParaRPr lang="en-US" altLang="en-US" sz="3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ABC87A41-A812-3E39-37AB-AEAF7A5DD66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81000" y="1600200"/>
            <a:ext cx="8134350" cy="5121275"/>
          </a:xfrm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algn="l">
              <a:lnSpc>
                <a:spcPct val="110000"/>
              </a:lnSpc>
            </a:pPr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0000"/>
              </a:lnSpc>
            </a:pPr>
            <a:endParaRPr lang="en-US" altLang="en-US" sz="2400"/>
          </a:p>
        </p:txBody>
      </p:sp>
      <p:sp>
        <p:nvSpPr>
          <p:cNvPr id="27652" name="Slide Number Placeholder 3">
            <a:extLst>
              <a:ext uri="{FF2B5EF4-FFF2-40B4-BE49-F238E27FC236}">
                <a16:creationId xmlns:a16="http://schemas.microsoft.com/office/drawing/2014/main" id="{B9AE815F-47E0-15D9-EE81-7DA9920A2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FD029D8-0370-4105-9178-C4CA05E02409}" type="slidenum">
              <a:rPr lang="en-US" altLang="en-US" sz="1400">
                <a:latin typeface="Tahoma" panose="020B0604030504040204" pitchFamily="34" charset="0"/>
              </a:rPr>
              <a:pPr/>
              <a:t>5</a:t>
            </a:fld>
            <a:endParaRPr lang="en-US" altLang="en-US" sz="1400">
              <a:latin typeface="Tahoma" panose="020B0604030504040204" pitchFamily="34" charset="0"/>
            </a:endParaRPr>
          </a:p>
        </p:txBody>
      </p:sp>
      <p:sp>
        <p:nvSpPr>
          <p:cNvPr id="27653" name="Slide Number Placeholder 5">
            <a:extLst>
              <a:ext uri="{FF2B5EF4-FFF2-40B4-BE49-F238E27FC236}">
                <a16:creationId xmlns:a16="http://schemas.microsoft.com/office/drawing/2014/main" id="{ACA82963-AE94-AD84-29C0-572E8D7BCF3E}"/>
              </a:ext>
            </a:extLst>
          </p:cNvPr>
          <p:cNvSpPr txBox="1">
            <a:spLocks noGrp="1"/>
          </p:cNvSpPr>
          <p:nvPr/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CC37492F-5108-4029-9B58-409B3D0D9C30}" type="slidenum">
              <a:rPr lang="zh-CN" altLang="en-US" sz="1200">
                <a:latin typeface="Tahoma" panose="020B0604030504040204" pitchFamily="34" charset="0"/>
                <a:ea typeface="SimSun" panose="02010600030101010101" pitchFamily="2" charset="-122"/>
              </a:rPr>
              <a:pPr algn="r" eaLnBrk="1" hangingPunct="1"/>
              <a:t>5</a:t>
            </a:fld>
            <a:endParaRPr lang="en-US" altLang="zh-CN" sz="1200">
              <a:latin typeface="Tahoma" panose="020B0604030504040204" pitchFamily="34" charset="0"/>
              <a:ea typeface="SimSun" panose="02010600030101010101" pitchFamily="2" charset="-122"/>
            </a:endParaRPr>
          </a:p>
        </p:txBody>
      </p:sp>
      <p:pic>
        <p:nvPicPr>
          <p:cNvPr id="27654" name="Picture 2">
            <a:extLst>
              <a:ext uri="{FF2B5EF4-FFF2-40B4-BE49-F238E27FC236}">
                <a16:creationId xmlns:a16="http://schemas.microsoft.com/office/drawing/2014/main" id="{42381BF4-2176-21F6-F7D8-5B7D120CEB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6188" y="1303338"/>
            <a:ext cx="64039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353CF093-B621-ED0A-45DC-C89A489740A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81000" y="136525"/>
            <a:ext cx="6858000" cy="1011238"/>
          </a:xfrm>
        </p:spPr>
        <p:txBody>
          <a:bodyPr/>
          <a:lstStyle/>
          <a:p>
            <a:pPr algn="l"/>
            <a:r>
              <a:rPr lang="en-US" altLang="en-US" sz="3300" dirty="0" err="1">
                <a:latin typeface="Arial" panose="020B0604020202020204" pitchFamily="34" charset="0"/>
                <a:cs typeface="Arial" panose="020B0604020202020204" pitchFamily="34" charset="0"/>
              </a:rPr>
              <a:t>Động</a:t>
            </a:r>
            <a:r>
              <a:rPr lang="en-US" altLang="en-US" sz="33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300" dirty="0" err="1">
                <a:latin typeface="Arial" panose="020B0604020202020204" pitchFamily="34" charset="0"/>
                <a:cs typeface="Arial" panose="020B0604020202020204" pitchFamily="34" charset="0"/>
              </a:rPr>
              <a:t>lực</a:t>
            </a:r>
            <a:r>
              <a:rPr lang="en-US" altLang="en-US" sz="33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300" dirty="0" err="1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altLang="en-US" sz="33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300" dirty="0" err="1">
                <a:latin typeface="Arial" panose="020B0604020202020204" pitchFamily="34" charset="0"/>
                <a:cs typeface="Arial" panose="020B0604020202020204" pitchFamily="34" charset="0"/>
              </a:rPr>
              <a:t>tập</a:t>
            </a:r>
            <a:endParaRPr lang="en-US" altLang="en-US" sz="3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0EEFA10D-5043-3CCA-0A62-DC6A9C9DAAA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81000" y="1600200"/>
            <a:ext cx="8134350" cy="5121275"/>
          </a:xfrm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285750" indent="-28575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kiến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thức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về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KHDL.</a:t>
            </a:r>
          </a:p>
          <a:p>
            <a:pPr marL="285750" indent="-28575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Khả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tích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Hiểu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biết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về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việc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người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làm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khoa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và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bài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toán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liên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quan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Hiểu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biết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về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cách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thức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áp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KHDL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bài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toán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tế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thêm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lựa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chọn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nghề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nghiệp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sau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này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Khả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lên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cao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hơn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sau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khi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tốt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nghiệp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l">
              <a:lnSpc>
                <a:spcPct val="110000"/>
              </a:lnSpc>
            </a:pPr>
            <a:r>
              <a:rPr lang="fr-FR" alt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10000"/>
              </a:lnSpc>
            </a:pPr>
            <a:endParaRPr lang="en-US" altLang="en-US" sz="2400" dirty="0"/>
          </a:p>
        </p:txBody>
      </p:sp>
      <p:sp>
        <p:nvSpPr>
          <p:cNvPr id="29700" name="Slide Number Placeholder 3">
            <a:extLst>
              <a:ext uri="{FF2B5EF4-FFF2-40B4-BE49-F238E27FC236}">
                <a16:creationId xmlns:a16="http://schemas.microsoft.com/office/drawing/2014/main" id="{BB564229-DC0E-C0A6-AE64-B9696F960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05B98C4-B985-498D-9CD6-F42F29B9AD75}" type="slidenum">
              <a:rPr lang="en-US" altLang="en-US" sz="1400">
                <a:latin typeface="Tahoma" panose="020B0604030504040204" pitchFamily="34" charset="0"/>
              </a:rPr>
              <a:pPr/>
              <a:t>6</a:t>
            </a:fld>
            <a:endParaRPr lang="en-US" altLang="en-US" sz="1400">
              <a:latin typeface="Tahoma" panose="020B0604030504040204" pitchFamily="34" charset="0"/>
            </a:endParaRPr>
          </a:p>
        </p:txBody>
      </p:sp>
      <p:sp>
        <p:nvSpPr>
          <p:cNvPr id="29701" name="Slide Number Placeholder 5">
            <a:extLst>
              <a:ext uri="{FF2B5EF4-FFF2-40B4-BE49-F238E27FC236}">
                <a16:creationId xmlns:a16="http://schemas.microsoft.com/office/drawing/2014/main" id="{2859C268-6F28-B6B7-918B-4158A26642AA}"/>
              </a:ext>
            </a:extLst>
          </p:cNvPr>
          <p:cNvSpPr txBox="1">
            <a:spLocks noGrp="1"/>
          </p:cNvSpPr>
          <p:nvPr/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43E1AF40-A8A5-41AD-8D4C-AE9851B00DD1}" type="slidenum">
              <a:rPr lang="zh-CN" altLang="en-US" sz="1200">
                <a:latin typeface="Tahoma" panose="020B0604030504040204" pitchFamily="34" charset="0"/>
                <a:ea typeface="SimSun" panose="02010600030101010101" pitchFamily="2" charset="-122"/>
              </a:rPr>
              <a:pPr algn="r" eaLnBrk="1" hangingPunct="1"/>
              <a:t>6</a:t>
            </a:fld>
            <a:endParaRPr lang="en-US" altLang="zh-CN" sz="1200">
              <a:latin typeface="Tahoma" panose="020B0604030504040204" pitchFamily="34" charset="0"/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4">
            <a:extLst>
              <a:ext uri="{FF2B5EF4-FFF2-40B4-BE49-F238E27FC236}">
                <a16:creationId xmlns:a16="http://schemas.microsoft.com/office/drawing/2014/main" id="{AD7F2DC4-E154-B7AE-CBFC-FC8C48AA65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198438"/>
            <a:ext cx="7886700" cy="1325562"/>
          </a:xfrm>
        </p:spPr>
        <p:txBody>
          <a:bodyPr/>
          <a:lstStyle/>
          <a:p>
            <a:r>
              <a:rPr lang="en-US" altLang="en-US"/>
              <a:t>Ý nghĩa của Khoa học dữ liệu</a:t>
            </a:r>
          </a:p>
        </p:txBody>
      </p:sp>
      <p:sp>
        <p:nvSpPr>
          <p:cNvPr id="31747" name="Content Placeholder 1">
            <a:extLst>
              <a:ext uri="{FF2B5EF4-FFF2-40B4-BE49-F238E27FC236}">
                <a16:creationId xmlns:a16="http://schemas.microsoft.com/office/drawing/2014/main" id="{03912E05-395B-9A2E-F49D-0A0A93F0D8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/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31748" name="Slide Number Placeholder 3">
            <a:extLst>
              <a:ext uri="{FF2B5EF4-FFF2-40B4-BE49-F238E27FC236}">
                <a16:creationId xmlns:a16="http://schemas.microsoft.com/office/drawing/2014/main" id="{C73C3380-D792-8ABF-1EEC-B084663E40A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FF7E45F-B087-4B46-8F8F-831D26642B41}" type="slidenum">
              <a:rPr lang="en-US" altLang="en-US">
                <a:solidFill>
                  <a:srgbClr val="898989"/>
                </a:solidFill>
              </a:rPr>
              <a:pPr/>
              <a:t>7</a:t>
            </a:fld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31749" name="Picture 8">
            <a:extLst>
              <a:ext uri="{FF2B5EF4-FFF2-40B4-BE49-F238E27FC236}">
                <a16:creationId xmlns:a16="http://schemas.microsoft.com/office/drawing/2014/main" id="{5989DCD4-5DF6-31B8-2339-BE9EF0987C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277938"/>
            <a:ext cx="5842000" cy="5516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50" name="TextBox 9">
            <a:extLst>
              <a:ext uri="{FF2B5EF4-FFF2-40B4-BE49-F238E27FC236}">
                <a16:creationId xmlns:a16="http://schemas.microsoft.com/office/drawing/2014/main" id="{61B72B2D-4381-5D78-65F8-D610E54E3F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524000"/>
            <a:ext cx="2819400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V.d.</a:t>
            </a:r>
          </a:p>
          <a:p>
            <a:r>
              <a:rPr lang="en-US" altLang="en-US"/>
              <a:t>Google đã dự đoán về sự bùng nổ của bệnh cúm tr</a:t>
            </a:r>
            <a:r>
              <a:rPr lang="vi-VN" altLang="en-US"/>
              <a:t>ư</a:t>
            </a:r>
            <a:r>
              <a:rPr lang="en-US" altLang="en-US"/>
              <a:t>ớc 2 tuần.</a:t>
            </a:r>
          </a:p>
          <a:p>
            <a:endParaRPr lang="en-US" altLang="en-US"/>
          </a:p>
          <a:p>
            <a:r>
              <a:rPr lang="en-US" altLang="en-US"/>
              <a:t>Dự báo thành phố nào đang có nguy c</a:t>
            </a:r>
            <a:r>
              <a:rPr lang="vi-VN" altLang="en-US"/>
              <a:t>ơ</a:t>
            </a:r>
            <a:r>
              <a:rPr lang="en-US" altLang="en-US"/>
              <a:t> lây lan virus Ebola</a:t>
            </a:r>
          </a:p>
        </p:txBody>
      </p:sp>
    </p:spTree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>
            <a:extLst>
              <a:ext uri="{FF2B5EF4-FFF2-40B4-BE49-F238E27FC236}">
                <a16:creationId xmlns:a16="http://schemas.microsoft.com/office/drawing/2014/main" id="{2739C769-21EC-DF43-31C0-1AC66F5106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0750" y="2238375"/>
            <a:ext cx="4762500" cy="238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1" name="Title 4">
            <a:extLst>
              <a:ext uri="{FF2B5EF4-FFF2-40B4-BE49-F238E27FC236}">
                <a16:creationId xmlns:a16="http://schemas.microsoft.com/office/drawing/2014/main" id="{8C713307-D6DC-48CC-7BD6-943DBD412F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198438"/>
            <a:ext cx="7886700" cy="1325562"/>
          </a:xfrm>
        </p:spPr>
        <p:txBody>
          <a:bodyPr/>
          <a:lstStyle/>
          <a:p>
            <a:r>
              <a:rPr lang="en-US" altLang="en-US"/>
              <a:t>Ý nghĩa của Khoa học dữ liệu</a:t>
            </a:r>
          </a:p>
        </p:txBody>
      </p:sp>
    </p:spTree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10">
            <a:extLst>
              <a:ext uri="{FF2B5EF4-FFF2-40B4-BE49-F238E27FC236}">
                <a16:creationId xmlns:a16="http://schemas.microsoft.com/office/drawing/2014/main" id="{BF3C1BAA-8F70-458E-F7FB-A8A2868579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76200"/>
            <a:ext cx="3276600" cy="36988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i="1">
                <a:solidFill>
                  <a:srgbClr val="008000"/>
                </a:solidFill>
                <a:latin typeface="Comic Sans MS" panose="030F0702030302020204" pitchFamily="66" charset="0"/>
              </a:rPr>
              <a:t>Rất nhiều dữ liệu</a:t>
            </a:r>
          </a:p>
        </p:txBody>
      </p:sp>
      <p:pic>
        <p:nvPicPr>
          <p:cNvPr id="33795" name="Picture 70" descr="Screen shot 2012-09-07 at 12.46.35 PM.png">
            <a:extLst>
              <a:ext uri="{FF2B5EF4-FFF2-40B4-BE49-F238E27FC236}">
                <a16:creationId xmlns:a16="http://schemas.microsoft.com/office/drawing/2014/main" id="{15AD9DC5-EE54-9A69-ADFD-EEDDE7940C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3649663"/>
            <a:ext cx="1654175" cy="890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744B88B-2487-A649-3584-565E29CF6822}"/>
              </a:ext>
            </a:extLst>
          </p:cNvPr>
          <p:cNvCxnSpPr/>
          <p:nvPr/>
        </p:nvCxnSpPr>
        <p:spPr>
          <a:xfrm flipV="1">
            <a:off x="1965325" y="1616075"/>
            <a:ext cx="6243638" cy="1644650"/>
          </a:xfrm>
          <a:prstGeom prst="line">
            <a:avLst/>
          </a:prstGeom>
          <a:ln w="28575" cmpd="sng">
            <a:solidFill>
              <a:srgbClr val="008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BE9DB76-B87C-EB59-FC8E-43596FD0A437}"/>
              </a:ext>
            </a:extLst>
          </p:cNvPr>
          <p:cNvCxnSpPr/>
          <p:nvPr/>
        </p:nvCxnSpPr>
        <p:spPr>
          <a:xfrm>
            <a:off x="1776413" y="4184650"/>
            <a:ext cx="6564312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6FC5FA-3770-1068-301E-C7A431D35611}"/>
              </a:ext>
            </a:extLst>
          </p:cNvPr>
          <p:cNvCxnSpPr/>
          <p:nvPr/>
        </p:nvCxnSpPr>
        <p:spPr>
          <a:xfrm>
            <a:off x="346075" y="5080000"/>
            <a:ext cx="7994650" cy="0"/>
          </a:xfrm>
          <a:prstGeom prst="line">
            <a:avLst/>
          </a:prstGeom>
          <a:ln w="12700">
            <a:solidFill>
              <a:srgbClr val="008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597BF5F-6FBE-1CA1-A480-FC972FF2EC42}"/>
              </a:ext>
            </a:extLst>
          </p:cNvPr>
          <p:cNvCxnSpPr/>
          <p:nvPr/>
        </p:nvCxnSpPr>
        <p:spPr>
          <a:xfrm>
            <a:off x="1776413" y="4368800"/>
            <a:ext cx="6564312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A8F5998-06EE-4811-9CD6-B77044CD033C}"/>
              </a:ext>
            </a:extLst>
          </p:cNvPr>
          <p:cNvCxnSpPr/>
          <p:nvPr/>
        </p:nvCxnSpPr>
        <p:spPr>
          <a:xfrm>
            <a:off x="1776413" y="4627563"/>
            <a:ext cx="6564312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029DE01-19DA-A38A-0491-4535541F2686}"/>
              </a:ext>
            </a:extLst>
          </p:cNvPr>
          <p:cNvCxnSpPr/>
          <p:nvPr/>
        </p:nvCxnSpPr>
        <p:spPr>
          <a:xfrm>
            <a:off x="1776413" y="3575050"/>
            <a:ext cx="6564312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326A98B-F65A-1B7A-BD87-E14A8B7C8F1F}"/>
              </a:ext>
            </a:extLst>
          </p:cNvPr>
          <p:cNvCxnSpPr/>
          <p:nvPr/>
        </p:nvCxnSpPr>
        <p:spPr>
          <a:xfrm>
            <a:off x="1776413" y="3649663"/>
            <a:ext cx="6564312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02F7FFC-7062-EB51-E777-6CF3518A919C}"/>
              </a:ext>
            </a:extLst>
          </p:cNvPr>
          <p:cNvCxnSpPr/>
          <p:nvPr/>
        </p:nvCxnSpPr>
        <p:spPr>
          <a:xfrm>
            <a:off x="1776413" y="3713163"/>
            <a:ext cx="6564312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A0DB945-B46D-806C-0D8B-855EB3064B80}"/>
              </a:ext>
            </a:extLst>
          </p:cNvPr>
          <p:cNvCxnSpPr/>
          <p:nvPr/>
        </p:nvCxnSpPr>
        <p:spPr>
          <a:xfrm>
            <a:off x="1776413" y="4017963"/>
            <a:ext cx="6564312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7F82EDA-A51D-311C-80E6-3D0569C2A4CF}"/>
              </a:ext>
            </a:extLst>
          </p:cNvPr>
          <p:cNvCxnSpPr/>
          <p:nvPr/>
        </p:nvCxnSpPr>
        <p:spPr>
          <a:xfrm>
            <a:off x="1776413" y="3806825"/>
            <a:ext cx="6564312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EE96CD6-6098-8330-EB39-EA9484E3B5DF}"/>
              </a:ext>
            </a:extLst>
          </p:cNvPr>
          <p:cNvCxnSpPr/>
          <p:nvPr/>
        </p:nvCxnSpPr>
        <p:spPr>
          <a:xfrm>
            <a:off x="1776413" y="3908425"/>
            <a:ext cx="6564312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B3B86A6-8A18-28E6-12E5-35F1B61B0964}"/>
              </a:ext>
            </a:extLst>
          </p:cNvPr>
          <p:cNvCxnSpPr/>
          <p:nvPr/>
        </p:nvCxnSpPr>
        <p:spPr>
          <a:xfrm>
            <a:off x="1776413" y="2619375"/>
            <a:ext cx="6564312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023EEFC-DB69-98E0-0E16-AB43B5092EEA}"/>
              </a:ext>
            </a:extLst>
          </p:cNvPr>
          <p:cNvCxnSpPr/>
          <p:nvPr/>
        </p:nvCxnSpPr>
        <p:spPr>
          <a:xfrm>
            <a:off x="346075" y="3514725"/>
            <a:ext cx="7994650" cy="0"/>
          </a:xfrm>
          <a:prstGeom prst="line">
            <a:avLst/>
          </a:prstGeom>
          <a:ln w="12700">
            <a:solidFill>
              <a:srgbClr val="008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FD23F0E-A0CC-C552-F244-DB792E32577E}"/>
              </a:ext>
            </a:extLst>
          </p:cNvPr>
          <p:cNvCxnSpPr/>
          <p:nvPr/>
        </p:nvCxnSpPr>
        <p:spPr>
          <a:xfrm>
            <a:off x="1776413" y="2803525"/>
            <a:ext cx="6564312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27B9AC8-9534-3F6C-3ADD-669181EE6677}"/>
              </a:ext>
            </a:extLst>
          </p:cNvPr>
          <p:cNvCxnSpPr/>
          <p:nvPr/>
        </p:nvCxnSpPr>
        <p:spPr>
          <a:xfrm>
            <a:off x="1776413" y="3062288"/>
            <a:ext cx="6564312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6CA5CA0-98BD-FAF3-4396-24B02A2CC691}"/>
              </a:ext>
            </a:extLst>
          </p:cNvPr>
          <p:cNvCxnSpPr/>
          <p:nvPr/>
        </p:nvCxnSpPr>
        <p:spPr>
          <a:xfrm>
            <a:off x="1776413" y="2011363"/>
            <a:ext cx="6564312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C85FCD6-7ABF-D1EF-CF8A-C9764BDA5B70}"/>
              </a:ext>
            </a:extLst>
          </p:cNvPr>
          <p:cNvCxnSpPr/>
          <p:nvPr/>
        </p:nvCxnSpPr>
        <p:spPr>
          <a:xfrm>
            <a:off x="1776413" y="2084388"/>
            <a:ext cx="6564312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52035A0-0DE4-EA5F-0610-2BC53B9E29FA}"/>
              </a:ext>
            </a:extLst>
          </p:cNvPr>
          <p:cNvCxnSpPr/>
          <p:nvPr/>
        </p:nvCxnSpPr>
        <p:spPr>
          <a:xfrm>
            <a:off x="1776413" y="2149475"/>
            <a:ext cx="6564312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68323E5-08AE-D015-59FA-A52D17D13FF1}"/>
              </a:ext>
            </a:extLst>
          </p:cNvPr>
          <p:cNvCxnSpPr/>
          <p:nvPr/>
        </p:nvCxnSpPr>
        <p:spPr>
          <a:xfrm>
            <a:off x="1776413" y="2454275"/>
            <a:ext cx="6564312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BA8318E-D49E-4FE6-B5D6-C153C09DD63F}"/>
              </a:ext>
            </a:extLst>
          </p:cNvPr>
          <p:cNvCxnSpPr/>
          <p:nvPr/>
        </p:nvCxnSpPr>
        <p:spPr>
          <a:xfrm>
            <a:off x="1776413" y="2241550"/>
            <a:ext cx="6564312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ECE3AE8-1E3E-F081-4DED-90CC703998CD}"/>
              </a:ext>
            </a:extLst>
          </p:cNvPr>
          <p:cNvCxnSpPr/>
          <p:nvPr/>
        </p:nvCxnSpPr>
        <p:spPr>
          <a:xfrm>
            <a:off x="1776413" y="2343150"/>
            <a:ext cx="6564312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31C675E-7877-F302-0A70-17D1F85C2D32}"/>
              </a:ext>
            </a:extLst>
          </p:cNvPr>
          <p:cNvCxnSpPr/>
          <p:nvPr/>
        </p:nvCxnSpPr>
        <p:spPr>
          <a:xfrm>
            <a:off x="1776413" y="1055688"/>
            <a:ext cx="6564312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A71E087-2B0B-70F7-3A27-7658C9792BFF}"/>
              </a:ext>
            </a:extLst>
          </p:cNvPr>
          <p:cNvCxnSpPr/>
          <p:nvPr/>
        </p:nvCxnSpPr>
        <p:spPr>
          <a:xfrm>
            <a:off x="346075" y="1949450"/>
            <a:ext cx="7994650" cy="0"/>
          </a:xfrm>
          <a:prstGeom prst="line">
            <a:avLst/>
          </a:prstGeom>
          <a:ln w="12700">
            <a:solidFill>
              <a:srgbClr val="008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FBB7994-6073-6784-E656-6D596A907C54}"/>
              </a:ext>
            </a:extLst>
          </p:cNvPr>
          <p:cNvCxnSpPr/>
          <p:nvPr/>
        </p:nvCxnSpPr>
        <p:spPr>
          <a:xfrm>
            <a:off x="1776413" y="1239838"/>
            <a:ext cx="6564312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A1AB5CE-7833-79FB-1D49-D10043EAF5CD}"/>
              </a:ext>
            </a:extLst>
          </p:cNvPr>
          <p:cNvCxnSpPr/>
          <p:nvPr/>
        </p:nvCxnSpPr>
        <p:spPr>
          <a:xfrm>
            <a:off x="1776413" y="1498600"/>
            <a:ext cx="6564312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BA634C4-D332-C772-A8F9-A1961C12A1DC}"/>
              </a:ext>
            </a:extLst>
          </p:cNvPr>
          <p:cNvCxnSpPr/>
          <p:nvPr/>
        </p:nvCxnSpPr>
        <p:spPr>
          <a:xfrm>
            <a:off x="1776413" y="446088"/>
            <a:ext cx="6564312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0AF6601-A25D-52CC-10D6-C9A512A0358B}"/>
              </a:ext>
            </a:extLst>
          </p:cNvPr>
          <p:cNvCxnSpPr/>
          <p:nvPr/>
        </p:nvCxnSpPr>
        <p:spPr>
          <a:xfrm>
            <a:off x="1776413" y="520700"/>
            <a:ext cx="6564312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AF4D244-0E3F-61B6-746E-84B3503BB9D4}"/>
              </a:ext>
            </a:extLst>
          </p:cNvPr>
          <p:cNvCxnSpPr/>
          <p:nvPr/>
        </p:nvCxnSpPr>
        <p:spPr>
          <a:xfrm>
            <a:off x="1776413" y="584200"/>
            <a:ext cx="6564312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7D19CAD-5217-9425-2864-C7766AC0CFCB}"/>
              </a:ext>
            </a:extLst>
          </p:cNvPr>
          <p:cNvCxnSpPr/>
          <p:nvPr/>
        </p:nvCxnSpPr>
        <p:spPr>
          <a:xfrm>
            <a:off x="1776413" y="889000"/>
            <a:ext cx="6564312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13AD011-F0BE-59C6-9AC8-99AF40486D51}"/>
              </a:ext>
            </a:extLst>
          </p:cNvPr>
          <p:cNvCxnSpPr/>
          <p:nvPr/>
        </p:nvCxnSpPr>
        <p:spPr>
          <a:xfrm>
            <a:off x="1776413" y="676275"/>
            <a:ext cx="6564312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999F5E7-DBF3-85D2-151C-C54B9BF98745}"/>
              </a:ext>
            </a:extLst>
          </p:cNvPr>
          <p:cNvCxnSpPr/>
          <p:nvPr/>
        </p:nvCxnSpPr>
        <p:spPr>
          <a:xfrm>
            <a:off x="1776413" y="777875"/>
            <a:ext cx="6564312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827" name="TextBox 2">
            <a:extLst>
              <a:ext uri="{FF2B5EF4-FFF2-40B4-BE49-F238E27FC236}">
                <a16:creationId xmlns:a16="http://schemas.microsoft.com/office/drawing/2014/main" id="{132BE75C-F57C-3947-B7EE-25C600DCF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0925" y="5080000"/>
            <a:ext cx="10477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>
                <a:solidFill>
                  <a:srgbClr val="000000"/>
                </a:solidFill>
                <a:latin typeface="Calibri" panose="020F0502020204030204" pitchFamily="34" charset="0"/>
              </a:rPr>
              <a:t>2015</a:t>
            </a:r>
          </a:p>
        </p:txBody>
      </p:sp>
      <p:sp>
        <p:nvSpPr>
          <p:cNvPr id="33828" name="TextBox 37">
            <a:extLst>
              <a:ext uri="{FF2B5EF4-FFF2-40B4-BE49-F238E27FC236}">
                <a16:creationId xmlns:a16="http://schemas.microsoft.com/office/drawing/2014/main" id="{C9295C63-09E0-B713-F094-89C2DABA74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838" y="1651000"/>
            <a:ext cx="1304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r>
              <a:rPr lang="en-US" altLang="en-US">
                <a:solidFill>
                  <a:srgbClr val="000000"/>
                </a:solidFill>
                <a:latin typeface="Calibri" panose="020F0502020204030204" pitchFamily="34" charset="0"/>
              </a:rPr>
              <a:t>1 Zettabyte</a:t>
            </a:r>
          </a:p>
        </p:txBody>
      </p:sp>
      <p:sp>
        <p:nvSpPr>
          <p:cNvPr id="33829" name="TextBox 38">
            <a:extLst>
              <a:ext uri="{FF2B5EF4-FFF2-40B4-BE49-F238E27FC236}">
                <a16:creationId xmlns:a16="http://schemas.microsoft.com/office/drawing/2014/main" id="{A4BB47E4-74FC-CC6B-538E-9D23E1790D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488" y="3217863"/>
            <a:ext cx="13049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r>
              <a:rPr lang="en-US" altLang="en-US">
                <a:solidFill>
                  <a:srgbClr val="000000"/>
                </a:solidFill>
                <a:latin typeface="Calibri" panose="020F0502020204030204" pitchFamily="34" charset="0"/>
              </a:rPr>
              <a:t>1 Exabyte</a:t>
            </a:r>
          </a:p>
        </p:txBody>
      </p:sp>
      <p:sp>
        <p:nvSpPr>
          <p:cNvPr id="33830" name="TextBox 39">
            <a:extLst>
              <a:ext uri="{FF2B5EF4-FFF2-40B4-BE49-F238E27FC236}">
                <a16:creationId xmlns:a16="http://schemas.microsoft.com/office/drawing/2014/main" id="{ED007D29-2EEE-38D5-E8E3-3FE245A761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488" y="4779963"/>
            <a:ext cx="13049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r>
              <a:rPr lang="en-US" altLang="en-US">
                <a:solidFill>
                  <a:srgbClr val="000000"/>
                </a:solidFill>
                <a:latin typeface="Calibri" panose="020F0502020204030204" pitchFamily="34" charset="0"/>
              </a:rPr>
              <a:t>1 Petabyte</a:t>
            </a:r>
          </a:p>
        </p:txBody>
      </p:sp>
      <p:sp>
        <p:nvSpPr>
          <p:cNvPr id="33831" name="Rectangle 3">
            <a:extLst>
              <a:ext uri="{FF2B5EF4-FFF2-40B4-BE49-F238E27FC236}">
                <a16:creationId xmlns:a16="http://schemas.microsoft.com/office/drawing/2014/main" id="{B204C957-D043-DDAA-3B6C-3DA01B5F6E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3763" y="6526213"/>
            <a:ext cx="4391025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800">
                <a:solidFill>
                  <a:srgbClr val="000000"/>
                </a:solidFill>
                <a:latin typeface="Calibri" panose="020F0502020204030204" pitchFamily="34" charset="0"/>
              </a:rPr>
              <a:t>(brain) 14 PB:  http://www.quora.com/Neuroscience-1/How-much-data-can-the-human-brain-store</a:t>
            </a:r>
          </a:p>
        </p:txBody>
      </p:sp>
      <p:sp>
        <p:nvSpPr>
          <p:cNvPr id="33832" name="Rectangle 40">
            <a:extLst>
              <a:ext uri="{FF2B5EF4-FFF2-40B4-BE49-F238E27FC236}">
                <a16:creationId xmlns:a16="http://schemas.microsoft.com/office/drawing/2014/main" id="{DDC8915F-BB34-4F40-D132-2671D8C029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3763" y="5986463"/>
            <a:ext cx="43910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800">
                <a:solidFill>
                  <a:srgbClr val="000000"/>
                </a:solidFill>
                <a:latin typeface="Calibri" panose="020F0502020204030204" pitchFamily="34" charset="0"/>
              </a:rPr>
              <a:t>(2002) 5 EB: http://www2.sims.berkeley.edu/research/projects/how-much-info-2003/execsum.htm</a:t>
            </a:r>
          </a:p>
        </p:txBody>
      </p:sp>
      <p:sp>
        <p:nvSpPr>
          <p:cNvPr id="33833" name="TextBox 41">
            <a:extLst>
              <a:ext uri="{FF2B5EF4-FFF2-40B4-BE49-F238E27FC236}">
                <a16:creationId xmlns:a16="http://schemas.microsoft.com/office/drawing/2014/main" id="{635CEE28-9D97-E86D-1D59-34506A0A5F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5218113"/>
            <a:ext cx="1917700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200">
                <a:solidFill>
                  <a:srgbClr val="7F7F7F"/>
                </a:solidFill>
                <a:latin typeface="Calibri" panose="020F0502020204030204" pitchFamily="34" charset="0"/>
              </a:rPr>
              <a:t>1 Petabyte  ==  1000 TB</a:t>
            </a:r>
          </a:p>
        </p:txBody>
      </p:sp>
      <p:sp>
        <p:nvSpPr>
          <p:cNvPr id="33834" name="TextBox 42">
            <a:extLst>
              <a:ext uri="{FF2B5EF4-FFF2-40B4-BE49-F238E27FC236}">
                <a16:creationId xmlns:a16="http://schemas.microsoft.com/office/drawing/2014/main" id="{29B549E3-F260-A7D2-26DF-4852E52972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5325" y="5080000"/>
            <a:ext cx="10477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>
                <a:solidFill>
                  <a:srgbClr val="000000"/>
                </a:solidFill>
                <a:latin typeface="Calibri" panose="020F0502020204030204" pitchFamily="34" charset="0"/>
              </a:rPr>
              <a:t>2002</a:t>
            </a:r>
          </a:p>
        </p:txBody>
      </p:sp>
      <p:sp>
        <p:nvSpPr>
          <p:cNvPr id="5" name="Regular Pentagon 4">
            <a:extLst>
              <a:ext uri="{FF2B5EF4-FFF2-40B4-BE49-F238E27FC236}">
                <a16:creationId xmlns:a16="http://schemas.microsoft.com/office/drawing/2014/main" id="{FA376B5F-93A6-D3E2-67A0-16ACFB0B15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8875" y="3190875"/>
            <a:ext cx="171450" cy="144463"/>
          </a:xfrm>
          <a:prstGeom prst="pentagon">
            <a:avLst/>
          </a:prstGeom>
          <a:solidFill>
            <a:srgbClr val="008000"/>
          </a:solidFill>
          <a:ln>
            <a:noFill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defTabSz="457200" eaLnBrk="1" hangingPunct="1">
              <a:defRPr/>
            </a:pPr>
            <a:endParaRPr lang="en-US" altLang="en-US">
              <a:solidFill>
                <a:srgbClr val="FFFFFF"/>
              </a:solidFill>
              <a:latin typeface="Calibri" pitchFamily="34" charset="0"/>
            </a:endParaRPr>
          </a:p>
        </p:txBody>
      </p:sp>
      <p:sp>
        <p:nvSpPr>
          <p:cNvPr id="44" name="Regular Pentagon 43">
            <a:extLst>
              <a:ext uri="{FF2B5EF4-FFF2-40B4-BE49-F238E27FC236}">
                <a16:creationId xmlns:a16="http://schemas.microsoft.com/office/drawing/2014/main" id="{DD5BA1AC-61F3-B6AB-0233-F2C4694993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4000" y="1717675"/>
            <a:ext cx="173038" cy="144463"/>
          </a:xfrm>
          <a:prstGeom prst="pentagon">
            <a:avLst/>
          </a:prstGeom>
          <a:solidFill>
            <a:srgbClr val="008000"/>
          </a:solidFill>
          <a:ln>
            <a:noFill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defTabSz="457200" eaLnBrk="1" hangingPunct="1">
              <a:defRPr/>
            </a:pPr>
            <a:endParaRPr lang="en-US" altLang="en-US">
              <a:solidFill>
                <a:srgbClr val="FFFFFF"/>
              </a:solidFill>
              <a:latin typeface="Calibri" pitchFamily="34" charset="0"/>
            </a:endParaRPr>
          </a:p>
        </p:txBody>
      </p:sp>
      <p:sp>
        <p:nvSpPr>
          <p:cNvPr id="33837" name="TextBox 44">
            <a:extLst>
              <a:ext uri="{FF2B5EF4-FFF2-40B4-BE49-F238E27FC236}">
                <a16:creationId xmlns:a16="http://schemas.microsoft.com/office/drawing/2014/main" id="{8CBCA018-2CFC-5B03-A4FE-A047B4F55A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3638" y="5080000"/>
            <a:ext cx="10461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>
                <a:solidFill>
                  <a:srgbClr val="000000"/>
                </a:solidFill>
                <a:latin typeface="Calibri" panose="020F0502020204030204" pitchFamily="34" charset="0"/>
              </a:rPr>
              <a:t>2009</a:t>
            </a:r>
          </a:p>
        </p:txBody>
      </p:sp>
      <p:sp>
        <p:nvSpPr>
          <p:cNvPr id="46" name="Regular Pentagon 45">
            <a:extLst>
              <a:ext uri="{FF2B5EF4-FFF2-40B4-BE49-F238E27FC236}">
                <a16:creationId xmlns:a16="http://schemas.microsoft.com/office/drawing/2014/main" id="{CDBDC44E-8C22-9F31-5727-C5C3C0929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3525" y="2024063"/>
            <a:ext cx="173038" cy="146050"/>
          </a:xfrm>
          <a:prstGeom prst="pentagon">
            <a:avLst/>
          </a:prstGeom>
          <a:solidFill>
            <a:srgbClr val="008000"/>
          </a:solidFill>
          <a:ln>
            <a:noFill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defTabSz="457200" eaLnBrk="1" hangingPunct="1">
              <a:defRPr/>
            </a:pPr>
            <a:endParaRPr lang="en-US" altLang="en-US">
              <a:solidFill>
                <a:srgbClr val="FFFFFF"/>
              </a:solidFill>
              <a:latin typeface="Calibri" pitchFamily="34" charset="0"/>
            </a:endParaRPr>
          </a:p>
        </p:txBody>
      </p:sp>
      <p:sp>
        <p:nvSpPr>
          <p:cNvPr id="33839" name="Rectangle 46">
            <a:extLst>
              <a:ext uri="{FF2B5EF4-FFF2-40B4-BE49-F238E27FC236}">
                <a16:creationId xmlns:a16="http://schemas.microsoft.com/office/drawing/2014/main" id="{EF9D9239-1847-EF56-46B8-28D4AE7C74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763" y="6346825"/>
            <a:ext cx="45720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800">
                <a:solidFill>
                  <a:srgbClr val="000000"/>
                </a:solidFill>
                <a:latin typeface="Calibri" panose="020F0502020204030204" pitchFamily="34" charset="0"/>
              </a:rPr>
              <a:t>(2009) 800 EB: http://www.emc.com/collateral/analyst-reports/idc-digital-universe-are-you-ready.pdf</a:t>
            </a:r>
          </a:p>
        </p:txBody>
      </p:sp>
      <p:sp>
        <p:nvSpPr>
          <p:cNvPr id="33840" name="Rectangle 47">
            <a:extLst>
              <a:ext uri="{FF2B5EF4-FFF2-40B4-BE49-F238E27FC236}">
                <a16:creationId xmlns:a16="http://schemas.microsoft.com/office/drawing/2014/main" id="{2628F6C5-5B8F-7115-7124-F148AF17D8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763" y="5986463"/>
            <a:ext cx="457200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800">
                <a:solidFill>
                  <a:srgbClr val="000000"/>
                </a:solidFill>
                <a:latin typeface="Calibri" panose="020F0502020204030204" pitchFamily="34" charset="0"/>
              </a:rPr>
              <a:t>(2015) 8 ZB: http://www.emc.com/collateral/analyst-reports/idc-extracting-value-from-chaos-ar.pdf</a:t>
            </a:r>
          </a:p>
        </p:txBody>
      </p:sp>
      <p:sp>
        <p:nvSpPr>
          <p:cNvPr id="49" name="Regular Pentagon 48">
            <a:extLst>
              <a:ext uri="{FF2B5EF4-FFF2-40B4-BE49-F238E27FC236}">
                <a16:creationId xmlns:a16="http://schemas.microsoft.com/office/drawing/2014/main" id="{17282E54-2CDD-44FF-1B37-FCE4B7CB01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5275" y="2770188"/>
            <a:ext cx="171450" cy="146050"/>
          </a:xfrm>
          <a:prstGeom prst="pentagon">
            <a:avLst/>
          </a:prstGeom>
          <a:solidFill>
            <a:srgbClr val="008000"/>
          </a:solidFill>
          <a:ln>
            <a:noFill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defTabSz="457200" eaLnBrk="1" hangingPunct="1">
              <a:defRPr/>
            </a:pPr>
            <a:endParaRPr lang="en-US" altLang="en-US">
              <a:solidFill>
                <a:srgbClr val="FFFFFF"/>
              </a:solidFill>
              <a:latin typeface="Calibri" pitchFamily="34" charset="0"/>
            </a:endParaRPr>
          </a:p>
        </p:txBody>
      </p:sp>
      <p:sp>
        <p:nvSpPr>
          <p:cNvPr id="33842" name="TextBox 49">
            <a:extLst>
              <a:ext uri="{FF2B5EF4-FFF2-40B4-BE49-F238E27FC236}">
                <a16:creationId xmlns:a16="http://schemas.microsoft.com/office/drawing/2014/main" id="{B166CAFA-5D57-0D56-FB99-051DDE6184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8563" y="5080000"/>
            <a:ext cx="10461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>
                <a:solidFill>
                  <a:srgbClr val="000000"/>
                </a:solidFill>
                <a:latin typeface="Calibri" panose="020F0502020204030204" pitchFamily="34" charset="0"/>
              </a:rPr>
              <a:t>2006</a:t>
            </a:r>
          </a:p>
        </p:txBody>
      </p:sp>
      <p:sp>
        <p:nvSpPr>
          <p:cNvPr id="33843" name="TextBox 50">
            <a:extLst>
              <a:ext uri="{FF2B5EF4-FFF2-40B4-BE49-F238E27FC236}">
                <a16:creationId xmlns:a16="http://schemas.microsoft.com/office/drawing/2014/main" id="{91F95EA1-6C84-22CB-CDA3-2380B2E733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7075" y="5080000"/>
            <a:ext cx="10461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>
                <a:solidFill>
                  <a:srgbClr val="000000"/>
                </a:solidFill>
                <a:latin typeface="Calibri" panose="020F0502020204030204" pitchFamily="34" charset="0"/>
              </a:rPr>
              <a:t>2011</a:t>
            </a:r>
          </a:p>
        </p:txBody>
      </p:sp>
      <p:sp>
        <p:nvSpPr>
          <p:cNvPr id="52" name="Regular Pentagon 51">
            <a:extLst>
              <a:ext uri="{FF2B5EF4-FFF2-40B4-BE49-F238E27FC236}">
                <a16:creationId xmlns:a16="http://schemas.microsoft.com/office/drawing/2014/main" id="{18D0D69C-AD7C-C2CF-2BC1-F68834160E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8238" y="1855788"/>
            <a:ext cx="173037" cy="144462"/>
          </a:xfrm>
          <a:prstGeom prst="pentagon">
            <a:avLst/>
          </a:prstGeom>
          <a:solidFill>
            <a:srgbClr val="008000"/>
          </a:solidFill>
          <a:ln>
            <a:noFill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defTabSz="457200" eaLnBrk="1" hangingPunct="1">
              <a:defRPr/>
            </a:pPr>
            <a:endParaRPr lang="en-US" altLang="en-US">
              <a:solidFill>
                <a:srgbClr val="FFFFFF"/>
              </a:solidFill>
              <a:latin typeface="Calibri" pitchFamily="34" charset="0"/>
            </a:endParaRPr>
          </a:p>
        </p:txBody>
      </p:sp>
      <p:sp>
        <p:nvSpPr>
          <p:cNvPr id="33845" name="Rectangle 52">
            <a:extLst>
              <a:ext uri="{FF2B5EF4-FFF2-40B4-BE49-F238E27FC236}">
                <a16:creationId xmlns:a16="http://schemas.microsoft.com/office/drawing/2014/main" id="{B7F7DF00-F839-69BE-9857-24315F359C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763" y="6526213"/>
            <a:ext cx="457200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800">
                <a:solidFill>
                  <a:srgbClr val="000000"/>
                </a:solidFill>
                <a:latin typeface="Calibri" panose="020F0502020204030204" pitchFamily="34" charset="0"/>
              </a:rPr>
              <a:t>(2006) 161 EB: http://www.emc.com/collateral/analyst-reports/expanding-digital-idc-white-paper.pdf</a:t>
            </a:r>
          </a:p>
        </p:txBody>
      </p:sp>
      <p:sp>
        <p:nvSpPr>
          <p:cNvPr id="33846" name="Rectangle 54">
            <a:extLst>
              <a:ext uri="{FF2B5EF4-FFF2-40B4-BE49-F238E27FC236}">
                <a16:creationId xmlns:a16="http://schemas.microsoft.com/office/drawing/2014/main" id="{44B9B211-3877-B5A0-E475-917478232D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763" y="6167438"/>
            <a:ext cx="457200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800">
                <a:solidFill>
                  <a:srgbClr val="000000"/>
                </a:solidFill>
                <a:latin typeface="Calibri" panose="020F0502020204030204" pitchFamily="34" charset="0"/>
              </a:rPr>
              <a:t>(2011) 1.8 ZB: http://www.emc.com/leadership/programs/digital-universe.htm</a:t>
            </a:r>
          </a:p>
        </p:txBody>
      </p:sp>
      <p:sp>
        <p:nvSpPr>
          <p:cNvPr id="33847" name="Rectangle 67">
            <a:extLst>
              <a:ext uri="{FF2B5EF4-FFF2-40B4-BE49-F238E27FC236}">
                <a16:creationId xmlns:a16="http://schemas.microsoft.com/office/drawing/2014/main" id="{0BCE5379-9711-AE72-1881-95D4DBDABF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3763" y="6194425"/>
            <a:ext cx="40640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800">
                <a:solidFill>
                  <a:srgbClr val="000000"/>
                </a:solidFill>
                <a:latin typeface="Calibri" panose="020F0502020204030204" pitchFamily="34" charset="0"/>
              </a:rPr>
              <a:t>(life in video) 60 PB:  in 4320p resolution, extrapolated from 16MB for 1:21 of 640x480 video (w/sound) – almost certainly a gross overestimate, as sleep can be compressed significantly!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A67E90B4-A378-0842-9509-514F2CC8CE3D}"/>
              </a:ext>
            </a:extLst>
          </p:cNvPr>
          <p:cNvCxnSpPr/>
          <p:nvPr/>
        </p:nvCxnSpPr>
        <p:spPr>
          <a:xfrm>
            <a:off x="1965325" y="4983163"/>
            <a:ext cx="6919913" cy="0"/>
          </a:xfrm>
          <a:prstGeom prst="line">
            <a:avLst/>
          </a:prstGeom>
          <a:ln w="28575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53A2FD9E-0E80-22B6-DAAE-E2232193C802}"/>
              </a:ext>
            </a:extLst>
          </p:cNvPr>
          <p:cNvCxnSpPr/>
          <p:nvPr/>
        </p:nvCxnSpPr>
        <p:spPr>
          <a:xfrm>
            <a:off x="1976438" y="4718050"/>
            <a:ext cx="6918325" cy="0"/>
          </a:xfrm>
          <a:prstGeom prst="line">
            <a:avLst/>
          </a:prstGeom>
          <a:ln w="28575" cmpd="sng">
            <a:solidFill>
              <a:srgbClr val="0000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850" name="Rectangle 73">
            <a:extLst>
              <a:ext uri="{FF2B5EF4-FFF2-40B4-BE49-F238E27FC236}">
                <a16:creationId xmlns:a16="http://schemas.microsoft.com/office/drawing/2014/main" id="{1FFF0010-364B-4FC6-8B25-9DDF91139C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6825" y="3203575"/>
            <a:ext cx="36671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800">
                <a:solidFill>
                  <a:srgbClr val="000000"/>
                </a:solidFill>
                <a:latin typeface="Calibri" panose="020F0502020204030204" pitchFamily="34" charset="0"/>
              </a:rPr>
              <a:t>5 EB</a:t>
            </a:r>
            <a:endParaRPr lang="en-US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33851" name="Rectangle 74">
            <a:extLst>
              <a:ext uri="{FF2B5EF4-FFF2-40B4-BE49-F238E27FC236}">
                <a16:creationId xmlns:a16="http://schemas.microsoft.com/office/drawing/2014/main" id="{85654BA2-7FC1-C80F-69AA-D638A43A91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7038" y="2767013"/>
            <a:ext cx="46990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800">
                <a:solidFill>
                  <a:srgbClr val="000000"/>
                </a:solidFill>
                <a:latin typeface="Calibri" panose="020F0502020204030204" pitchFamily="34" charset="0"/>
              </a:rPr>
              <a:t>161 EB</a:t>
            </a:r>
            <a:endParaRPr lang="en-US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33852" name="Rectangle 75">
            <a:extLst>
              <a:ext uri="{FF2B5EF4-FFF2-40B4-BE49-F238E27FC236}">
                <a16:creationId xmlns:a16="http://schemas.microsoft.com/office/drawing/2014/main" id="{84FE2D49-4A75-64DE-5DB4-421DADFFD4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3638" y="2076450"/>
            <a:ext cx="4699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800">
                <a:solidFill>
                  <a:srgbClr val="000000"/>
                </a:solidFill>
                <a:latin typeface="Calibri" panose="020F0502020204030204" pitchFamily="34" charset="0"/>
              </a:rPr>
              <a:t>800 EB</a:t>
            </a:r>
            <a:endParaRPr lang="en-US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33853" name="Rectangle 76">
            <a:extLst>
              <a:ext uri="{FF2B5EF4-FFF2-40B4-BE49-F238E27FC236}">
                <a16:creationId xmlns:a16="http://schemas.microsoft.com/office/drawing/2014/main" id="{0FE09597-507B-88A5-62E8-CB1C37F383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8038" y="1730375"/>
            <a:ext cx="4413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800">
                <a:solidFill>
                  <a:srgbClr val="000000"/>
                </a:solidFill>
                <a:latin typeface="Calibri" panose="020F0502020204030204" pitchFamily="34" charset="0"/>
              </a:rPr>
              <a:t>1.8 ZB</a:t>
            </a:r>
            <a:endParaRPr lang="en-US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33854" name="Rectangle 77">
            <a:extLst>
              <a:ext uri="{FF2B5EF4-FFF2-40B4-BE49-F238E27FC236}">
                <a16:creationId xmlns:a16="http://schemas.microsoft.com/office/drawing/2014/main" id="{5F631CCC-8A20-4DA3-FD62-8C0E2A3178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6075" y="1747838"/>
            <a:ext cx="441325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800">
                <a:solidFill>
                  <a:srgbClr val="000000"/>
                </a:solidFill>
                <a:latin typeface="Calibri" panose="020F0502020204030204" pitchFamily="34" charset="0"/>
              </a:rPr>
              <a:t>8.0 ZB</a:t>
            </a:r>
            <a:endParaRPr lang="en-US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33855" name="Rectangle 78">
            <a:extLst>
              <a:ext uri="{FF2B5EF4-FFF2-40B4-BE49-F238E27FC236}">
                <a16:creationId xmlns:a16="http://schemas.microsoft.com/office/drawing/2014/main" id="{D4AB7137-AAC6-C9C8-70EA-F90C605A4B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74100" y="4970463"/>
            <a:ext cx="420688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800">
                <a:solidFill>
                  <a:srgbClr val="000000"/>
                </a:solidFill>
                <a:latin typeface="Calibri" panose="020F0502020204030204" pitchFamily="34" charset="0"/>
              </a:rPr>
              <a:t>14 PB</a:t>
            </a:r>
            <a:endParaRPr lang="en-US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33856" name="Rectangle 79">
            <a:extLst>
              <a:ext uri="{FF2B5EF4-FFF2-40B4-BE49-F238E27FC236}">
                <a16:creationId xmlns:a16="http://schemas.microsoft.com/office/drawing/2014/main" id="{58A73A86-418A-1F35-B891-3E8C6AC009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74100" y="4683125"/>
            <a:ext cx="420688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800">
                <a:solidFill>
                  <a:srgbClr val="000000"/>
                </a:solidFill>
                <a:latin typeface="Calibri" panose="020F0502020204030204" pitchFamily="34" charset="0"/>
              </a:rPr>
              <a:t>60 PB</a:t>
            </a:r>
            <a:endParaRPr lang="en-US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33857" name="Rectangle 80">
            <a:extLst>
              <a:ext uri="{FF2B5EF4-FFF2-40B4-BE49-F238E27FC236}">
                <a16:creationId xmlns:a16="http://schemas.microsoft.com/office/drawing/2014/main" id="{3AA4CF07-A2CA-3E18-79F7-2CCE563A40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2513" y="2392363"/>
            <a:ext cx="27098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8000"/>
                </a:solidFill>
                <a:latin typeface="Calibri" panose="020F0502020204030204" pitchFamily="34" charset="0"/>
              </a:rPr>
              <a:t>Dữ liệu tạo ra trong 1 năm</a:t>
            </a:r>
          </a:p>
        </p:txBody>
      </p:sp>
      <p:sp>
        <p:nvSpPr>
          <p:cNvPr id="33858" name="Rectangle 81">
            <a:extLst>
              <a:ext uri="{FF2B5EF4-FFF2-40B4-BE49-F238E27FC236}">
                <a16:creationId xmlns:a16="http://schemas.microsoft.com/office/drawing/2014/main" id="{C4E2D532-E812-E73C-C206-3EEA8CEADF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3250" y="4456113"/>
            <a:ext cx="2382838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500" b="1">
                <a:solidFill>
                  <a:srgbClr val="0000FF"/>
                </a:solidFill>
                <a:latin typeface="Calibri" panose="020F0502020204030204" pitchFamily="34" charset="0"/>
              </a:rPr>
              <a:t>100-năm video HD và audio</a:t>
            </a:r>
          </a:p>
        </p:txBody>
      </p:sp>
      <p:sp>
        <p:nvSpPr>
          <p:cNvPr id="33859" name="Rectangle 82">
            <a:extLst>
              <a:ext uri="{FF2B5EF4-FFF2-40B4-BE49-F238E27FC236}">
                <a16:creationId xmlns:a16="http://schemas.microsoft.com/office/drawing/2014/main" id="{D4879AB5-1209-F0A5-1D33-4FE9344903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4721225"/>
            <a:ext cx="2049463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500" b="1">
                <a:solidFill>
                  <a:srgbClr val="FF0000"/>
                </a:solidFill>
                <a:latin typeface="Calibri" panose="020F0502020204030204" pitchFamily="34" charset="0"/>
              </a:rPr>
              <a:t>Dung l</a:t>
            </a:r>
            <a:r>
              <a:rPr lang="vi-VN" altLang="en-US" sz="1500" b="1">
                <a:solidFill>
                  <a:srgbClr val="FF0000"/>
                </a:solidFill>
                <a:latin typeface="Calibri" panose="020F0502020204030204" pitchFamily="34" charset="0"/>
              </a:rPr>
              <a:t>ư</a:t>
            </a:r>
            <a:r>
              <a:rPr lang="en-US" altLang="en-US" sz="1500" b="1">
                <a:solidFill>
                  <a:srgbClr val="FF0000"/>
                </a:solidFill>
                <a:latin typeface="Calibri" panose="020F0502020204030204" pitchFamily="34" charset="0"/>
              </a:rPr>
              <a:t>ợng của bộ não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4E1EA159-B417-AEE0-5BBE-8B72A66B79A6}"/>
              </a:ext>
            </a:extLst>
          </p:cNvPr>
          <p:cNvCxnSpPr/>
          <p:nvPr/>
        </p:nvCxnSpPr>
        <p:spPr>
          <a:xfrm>
            <a:off x="346075" y="385763"/>
            <a:ext cx="7994650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861" name="Rectangle 84">
            <a:extLst>
              <a:ext uri="{FF2B5EF4-FFF2-40B4-BE49-F238E27FC236}">
                <a16:creationId xmlns:a16="http://schemas.microsoft.com/office/drawing/2014/main" id="{D60EB0A9-B7B4-F6C7-97A7-050DA602E8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688" y="204788"/>
            <a:ext cx="4024312" cy="6000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3200">
                <a:solidFill>
                  <a:srgbClr val="000000"/>
                </a:solidFill>
                <a:latin typeface="Calibri" panose="020F0502020204030204" pitchFamily="34" charset="0"/>
              </a:rPr>
              <a:t>Dữ liệu ở </a:t>
            </a:r>
            <a:r>
              <a:rPr lang="en-US" altLang="en-US" sz="3300">
                <a:solidFill>
                  <a:srgbClr val="000000"/>
                </a:solidFill>
                <a:latin typeface="Calibri" panose="020F0502020204030204" pitchFamily="34" charset="0"/>
              </a:rPr>
              <a:t>khắp</a:t>
            </a:r>
            <a:r>
              <a:rPr lang="en-US" altLang="en-US" sz="3200">
                <a:solidFill>
                  <a:srgbClr val="000000"/>
                </a:solidFill>
                <a:latin typeface="Calibri" panose="020F0502020204030204" pitchFamily="34" charset="0"/>
              </a:rPr>
              <a:t> mọi n</a:t>
            </a:r>
            <a:r>
              <a:rPr lang="vi-VN" altLang="en-US" sz="3200">
                <a:solidFill>
                  <a:srgbClr val="000000"/>
                </a:solidFill>
                <a:latin typeface="Calibri" panose="020F0502020204030204" pitchFamily="34" charset="0"/>
              </a:rPr>
              <a:t>ơ</a:t>
            </a:r>
            <a:r>
              <a:rPr lang="en-US" altLang="en-US" sz="3200">
                <a:solidFill>
                  <a:srgbClr val="000000"/>
                </a:solidFill>
                <a:latin typeface="Calibri" panose="020F0502020204030204" pitchFamily="34" charset="0"/>
              </a:rPr>
              <a:t>i</a:t>
            </a:r>
          </a:p>
        </p:txBody>
      </p:sp>
      <p:sp>
        <p:nvSpPr>
          <p:cNvPr id="33862" name="Rectangle 1">
            <a:extLst>
              <a:ext uri="{FF2B5EF4-FFF2-40B4-BE49-F238E27FC236}">
                <a16:creationId xmlns:a16="http://schemas.microsoft.com/office/drawing/2014/main" id="{1513D129-6649-ECAA-9264-605E70E6F0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9900" y="5730875"/>
            <a:ext cx="649288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800">
                <a:solidFill>
                  <a:srgbClr val="000000"/>
                </a:solidFill>
                <a:latin typeface="Calibri" panose="020F0502020204030204" pitchFamily="34" charset="0"/>
              </a:rPr>
              <a:t>References</a:t>
            </a:r>
            <a:endParaRPr lang="en-US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33863" name="TextBox 69">
            <a:extLst>
              <a:ext uri="{FF2B5EF4-FFF2-40B4-BE49-F238E27FC236}">
                <a16:creationId xmlns:a16="http://schemas.microsoft.com/office/drawing/2014/main" id="{A46F1BCD-2004-91C8-44A8-613920439C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8" y="5407025"/>
            <a:ext cx="19177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200">
                <a:solidFill>
                  <a:srgbClr val="7F7F7F"/>
                </a:solidFill>
                <a:latin typeface="Calibri" panose="020F0502020204030204" pitchFamily="34" charset="0"/>
              </a:rPr>
              <a:t>1 TB = 1000 GB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763C49A9-2E2F-1054-F489-C3DC5C3AC6A7}"/>
              </a:ext>
            </a:extLst>
          </p:cNvPr>
          <p:cNvCxnSpPr/>
          <p:nvPr/>
        </p:nvCxnSpPr>
        <p:spPr>
          <a:xfrm>
            <a:off x="1676400" y="4473575"/>
            <a:ext cx="7215188" cy="0"/>
          </a:xfrm>
          <a:prstGeom prst="line">
            <a:avLst/>
          </a:prstGeom>
          <a:ln w="28575" cmpd="sng">
            <a:solidFill>
              <a:schemeClr val="tx1"/>
            </a:solidFill>
            <a:headEnd type="triangle" w="lg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865" name="Rectangle 85">
            <a:extLst>
              <a:ext uri="{FF2B5EF4-FFF2-40B4-BE49-F238E27FC236}">
                <a16:creationId xmlns:a16="http://schemas.microsoft.com/office/drawing/2014/main" id="{0E9ADDAB-2744-FCCE-7797-2ED8EB9F5B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34413" y="4281488"/>
            <a:ext cx="46990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800">
                <a:solidFill>
                  <a:srgbClr val="000000"/>
                </a:solidFill>
                <a:latin typeface="Calibri" panose="020F0502020204030204" pitchFamily="34" charset="0"/>
              </a:rPr>
              <a:t>120 PB</a:t>
            </a:r>
            <a:endParaRPr lang="en-US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33866" name="TextBox 86">
            <a:extLst>
              <a:ext uri="{FF2B5EF4-FFF2-40B4-BE49-F238E27FC236}">
                <a16:creationId xmlns:a16="http://schemas.microsoft.com/office/drawing/2014/main" id="{ECBC70ED-997A-C879-45FF-E13E9EB65906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7813676" y="2289175"/>
            <a:ext cx="19177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200">
                <a:solidFill>
                  <a:srgbClr val="7F7F7F"/>
                </a:solidFill>
                <a:latin typeface="Calibri" panose="020F0502020204030204" pitchFamily="34" charset="0"/>
              </a:rPr>
              <a:t>Thang loga</a:t>
            </a:r>
          </a:p>
        </p:txBody>
      </p:sp>
    </p:spTree>
  </p:cSld>
  <p:clrMapOvr>
    <a:masterClrMapping/>
  </p:clrMapOvr>
  <p:transition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6" descr="Picture 3.png">
            <a:extLst>
              <a:ext uri="{FF2B5EF4-FFF2-40B4-BE49-F238E27FC236}">
                <a16:creationId xmlns:a16="http://schemas.microsoft.com/office/drawing/2014/main" id="{3FF45D35-93CC-6452-05B8-ABCCDE3B95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61913"/>
            <a:ext cx="6370638" cy="647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19" name="Rectangle 29">
            <a:extLst>
              <a:ext uri="{FF2B5EF4-FFF2-40B4-BE49-F238E27FC236}">
                <a16:creationId xmlns:a16="http://schemas.microsoft.com/office/drawing/2014/main" id="{9D03069D-B50A-0414-9127-FFA86C6DF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5557838"/>
            <a:ext cx="1071563" cy="4619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2400" i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Dữ liệu</a:t>
            </a:r>
            <a:endParaRPr lang="en-US" altLang="en-US" sz="2400">
              <a:solidFill>
                <a:srgbClr val="000000"/>
              </a:solidFill>
              <a:cs typeface="Calibri" panose="020F0502020204030204" pitchFamily="34" charset="0"/>
            </a:endParaRPr>
          </a:p>
        </p:txBody>
      </p:sp>
      <p:sp>
        <p:nvSpPr>
          <p:cNvPr id="34820" name="Rectangle 30">
            <a:extLst>
              <a:ext uri="{FF2B5EF4-FFF2-40B4-BE49-F238E27FC236}">
                <a16:creationId xmlns:a16="http://schemas.microsoft.com/office/drawing/2014/main" id="{C17F47EB-0DF8-473E-899E-0E49AFE69D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2175" y="4441825"/>
            <a:ext cx="1370013" cy="4619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2400" i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Thông tin</a:t>
            </a:r>
            <a:endParaRPr lang="en-US" altLang="en-US" sz="2400">
              <a:solidFill>
                <a:srgbClr val="000000"/>
              </a:solidFill>
              <a:cs typeface="Calibri" panose="020F0502020204030204" pitchFamily="34" charset="0"/>
            </a:endParaRPr>
          </a:p>
        </p:txBody>
      </p:sp>
      <p:sp>
        <p:nvSpPr>
          <p:cNvPr id="34821" name="Up Arrow 31">
            <a:extLst>
              <a:ext uri="{FF2B5EF4-FFF2-40B4-BE49-F238E27FC236}">
                <a16:creationId xmlns:a16="http://schemas.microsoft.com/office/drawing/2014/main" id="{FE295FBA-5458-77F5-B96F-6DA08F8D4C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3675" y="5040313"/>
            <a:ext cx="228600" cy="381000"/>
          </a:xfrm>
          <a:prstGeom prst="upArrow">
            <a:avLst>
              <a:gd name="adj1" fmla="val 50000"/>
              <a:gd name="adj2" fmla="val 50000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34822" name="Up Arrow 32">
            <a:extLst>
              <a:ext uri="{FF2B5EF4-FFF2-40B4-BE49-F238E27FC236}">
                <a16:creationId xmlns:a16="http://schemas.microsoft.com/office/drawing/2014/main" id="{FA732C8A-3B9D-680C-9204-938C2D249C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3675" y="3924300"/>
            <a:ext cx="228600" cy="381000"/>
          </a:xfrm>
          <a:prstGeom prst="upArrow">
            <a:avLst>
              <a:gd name="adj1" fmla="val 50000"/>
              <a:gd name="adj2" fmla="val 50000"/>
            </a:avLst>
          </a:prstGeom>
          <a:noFill/>
          <a:ln w="28575">
            <a:solidFill>
              <a:srgbClr val="940AF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34823" name="Rectangle 33">
            <a:extLst>
              <a:ext uri="{FF2B5EF4-FFF2-40B4-BE49-F238E27FC236}">
                <a16:creationId xmlns:a16="http://schemas.microsoft.com/office/drawing/2014/main" id="{44FFB6C6-8E1E-55AC-2A64-2EB8511A1F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9650" y="3325813"/>
            <a:ext cx="1136650" cy="4619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2400" i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Tri thức</a:t>
            </a:r>
            <a:endParaRPr lang="en-US" altLang="en-US" sz="2400">
              <a:solidFill>
                <a:srgbClr val="000000"/>
              </a:solidFill>
              <a:cs typeface="Calibri" panose="020F0502020204030204" pitchFamily="34" charset="0"/>
            </a:endParaRPr>
          </a:p>
        </p:txBody>
      </p:sp>
      <p:sp>
        <p:nvSpPr>
          <p:cNvPr id="34824" name="Rectangle 34">
            <a:extLst>
              <a:ext uri="{FF2B5EF4-FFF2-40B4-BE49-F238E27FC236}">
                <a16:creationId xmlns:a16="http://schemas.microsoft.com/office/drawing/2014/main" id="{CDE4C9F0-6454-129D-3DBE-200BB8BBA2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5838" y="2209800"/>
            <a:ext cx="1182687" cy="4619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2400" i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Trí khôn</a:t>
            </a:r>
            <a:endParaRPr lang="en-US" altLang="en-US" sz="2400">
              <a:solidFill>
                <a:srgbClr val="000000"/>
              </a:solidFill>
              <a:cs typeface="Calibri" panose="020F0502020204030204" pitchFamily="34" charset="0"/>
            </a:endParaRPr>
          </a:p>
        </p:txBody>
      </p:sp>
      <p:sp>
        <p:nvSpPr>
          <p:cNvPr id="34825" name="Up Arrow 35">
            <a:extLst>
              <a:ext uri="{FF2B5EF4-FFF2-40B4-BE49-F238E27FC236}">
                <a16:creationId xmlns:a16="http://schemas.microsoft.com/office/drawing/2014/main" id="{4A682E44-283C-EC84-8367-E88BD13638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3675" y="2808288"/>
            <a:ext cx="228600" cy="381000"/>
          </a:xfrm>
          <a:prstGeom prst="upArrow">
            <a:avLst>
              <a:gd name="adj1" fmla="val 50000"/>
              <a:gd name="adj2" fmla="val 50000"/>
            </a:avLst>
          </a:prstGeom>
          <a:noFill/>
          <a:ln w="28575">
            <a:solidFill>
              <a:srgbClr val="940AF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34826" name="Rectangle 11">
            <a:extLst>
              <a:ext uri="{FF2B5EF4-FFF2-40B4-BE49-F238E27FC236}">
                <a16:creationId xmlns:a16="http://schemas.microsoft.com/office/drawing/2014/main" id="{BE4FD919-9EDE-56EF-23D0-FBCCB3D6F2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450" y="838200"/>
            <a:ext cx="2012950" cy="4619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i="1">
                <a:solidFill>
                  <a:srgbClr val="008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Dữ liệu (data), chứ không phải thông tin (information)</a:t>
            </a:r>
            <a:endParaRPr lang="en-US" altLang="en-US" sz="1200">
              <a:solidFill>
                <a:srgbClr val="008000"/>
              </a:solidFill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>
            <a:extLst>
              <a:ext uri="{FF2B5EF4-FFF2-40B4-BE49-F238E27FC236}">
                <a16:creationId xmlns:a16="http://schemas.microsoft.com/office/drawing/2014/main" id="{FB50210F-B9AD-0137-2C5C-920A771569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228725"/>
            <a:ext cx="6076950" cy="3419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67" name="Picture 3">
            <a:extLst>
              <a:ext uri="{FF2B5EF4-FFF2-40B4-BE49-F238E27FC236}">
                <a16:creationId xmlns:a16="http://schemas.microsoft.com/office/drawing/2014/main" id="{E1DEEB63-2651-965A-1B10-1CC13A256C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2667000"/>
            <a:ext cx="3395663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68" name="Text Box 9">
            <a:extLst>
              <a:ext uri="{FF2B5EF4-FFF2-40B4-BE49-F238E27FC236}">
                <a16:creationId xmlns:a16="http://schemas.microsoft.com/office/drawing/2014/main" id="{57A332C8-EC27-94E6-CFA5-65DC4EA40F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0"/>
            <a:ext cx="66294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4000">
                <a:solidFill>
                  <a:schemeClr val="bg1"/>
                </a:solidFill>
                <a:latin typeface="Times" panose="02020603050405020304" pitchFamily="18" charset="0"/>
              </a:rPr>
              <a:t>Data is enough?</a:t>
            </a:r>
          </a:p>
        </p:txBody>
      </p:sp>
      <p:sp>
        <p:nvSpPr>
          <p:cNvPr id="36869" name="Title 4">
            <a:extLst>
              <a:ext uri="{FF2B5EF4-FFF2-40B4-BE49-F238E27FC236}">
                <a16:creationId xmlns:a16="http://schemas.microsoft.com/office/drawing/2014/main" id="{0D651D49-BFAD-5597-DA6C-2830F64504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198438"/>
            <a:ext cx="7886700" cy="1325562"/>
          </a:xfrm>
        </p:spPr>
        <p:txBody>
          <a:bodyPr/>
          <a:lstStyle/>
          <a:p>
            <a:r>
              <a:rPr lang="en-US" altLang="en-US"/>
              <a:t>Ý nghĩa của Khoa học dữ liệu</a:t>
            </a:r>
          </a:p>
        </p:txBody>
      </p:sp>
    </p:spTree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3">
            <a:extLst>
              <a:ext uri="{FF2B5EF4-FFF2-40B4-BE49-F238E27FC236}">
                <a16:creationId xmlns:a16="http://schemas.microsoft.com/office/drawing/2014/main" id="{B8E50010-FDF5-2BF2-6F8E-FD7D6CB541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0750" y="2090738"/>
            <a:ext cx="4762500" cy="267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1" name="Title 4">
            <a:extLst>
              <a:ext uri="{FF2B5EF4-FFF2-40B4-BE49-F238E27FC236}">
                <a16:creationId xmlns:a16="http://schemas.microsoft.com/office/drawing/2014/main" id="{E244BEA1-33D2-709F-14E1-B30BB7B14F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198438"/>
            <a:ext cx="7886700" cy="1325562"/>
          </a:xfrm>
        </p:spPr>
        <p:txBody>
          <a:bodyPr/>
          <a:lstStyle/>
          <a:p>
            <a:r>
              <a:rPr lang="en-US" altLang="en-US"/>
              <a:t>Chúng ta có thể làm gì với dữ liệu</a:t>
            </a:r>
          </a:p>
        </p:txBody>
      </p:sp>
    </p:spTree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BVP-Powerpoint template_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7A4D7F9D-CF2C-4E80-8360-F21AE36D35D4}" vid="{71563601-04E0-4A9A-AE8B-FC38A55497EE}"/>
    </a:ext>
  </a:extLst>
</a:theme>
</file>

<file path=ppt/theme/theme2.xml><?xml version="1.0" encoding="utf-8"?>
<a:theme xmlns:a="http://schemas.openxmlformats.org/drawingml/2006/main" name="1_BVP-Powerpoint template_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7A4D7F9D-CF2C-4E80-8360-F21AE36D35D4}" vid="{71563601-04E0-4A9A-AE8B-FC38A55497E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93E5D7368F2B246A9207506FB02196A" ma:contentTypeVersion="11" ma:contentTypeDescription="Create a new document." ma:contentTypeScope="" ma:versionID="cdefbc64c7ec6d738cac73239ad24c2e">
  <xsd:schema xmlns:xsd="http://www.w3.org/2001/XMLSchema" xmlns:xs="http://www.w3.org/2001/XMLSchema" xmlns:p="http://schemas.microsoft.com/office/2006/metadata/properties" xmlns:ns3="ce3a1bcb-e4fa-4518-815f-0298a5cf1499" targetNamespace="http://schemas.microsoft.com/office/2006/metadata/properties" ma:root="true" ma:fieldsID="a6dc06c03a7e0907dafa131d9fed777d" ns3:_="">
    <xsd:import namespace="ce3a1bcb-e4fa-4518-815f-0298a5cf149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3a1bcb-e4fa-4518-815f-0298a5cf149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FA41D2A-A494-4070-B948-3A8065A7ED2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60754F9-4145-4803-9FE5-E9589C2486A8}">
  <ds:schemaRefs>
    <ds:schemaRef ds:uri="ce3a1bcb-e4fa-4518-815f-0298a5cf1499"/>
    <ds:schemaRef ds:uri="http://purl.org/dc/terms/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9877F5F8-ACD9-405B-978F-81B83590265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e3a1bcb-e4fa-4518-815f-0298a5cf149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DSS01-DSS&amp;BI</Template>
  <TotalTime>6925</TotalTime>
  <Words>660</Words>
  <Application>Microsoft Office PowerPoint</Application>
  <PresentationFormat>On-screen Show (4:3)</PresentationFormat>
  <Paragraphs>116</Paragraphs>
  <Slides>12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4" baseType="lpstr">
      <vt:lpstr>Arial</vt:lpstr>
      <vt:lpstr>Calibri</vt:lpstr>
      <vt:lpstr>Calibri Light</vt:lpstr>
      <vt:lpstr>Comic Sans MS</vt:lpstr>
      <vt:lpstr>Tahoma</vt:lpstr>
      <vt:lpstr>Times</vt:lpstr>
      <vt:lpstr>Times New Roman</vt:lpstr>
      <vt:lpstr>Wingdings</vt:lpstr>
      <vt:lpstr>BVP-Powerpoint template_2</vt:lpstr>
      <vt:lpstr>1_BVP-Powerpoint template_2</vt:lpstr>
      <vt:lpstr>Office Theme</vt:lpstr>
      <vt:lpstr>Clip</vt:lpstr>
      <vt:lpstr>Nhập môn khoa học dữ liệu</vt:lpstr>
      <vt:lpstr>Outline</vt:lpstr>
      <vt:lpstr>Nội quy (1)</vt:lpstr>
      <vt:lpstr>Kiến thức yêu cầu</vt:lpstr>
      <vt:lpstr>Công cụ học tập</vt:lpstr>
      <vt:lpstr>Động lực học tập</vt:lpstr>
      <vt:lpstr>Ý nghĩa của Khoa học dữ liệu</vt:lpstr>
      <vt:lpstr>Ý nghĩa của Khoa học dữ liệu</vt:lpstr>
      <vt:lpstr>PowerPoint Presentation</vt:lpstr>
      <vt:lpstr>PowerPoint Presentation</vt:lpstr>
      <vt:lpstr>Ý nghĩa của Khoa học dữ liệu</vt:lpstr>
      <vt:lpstr>Chúng ta có thể làm gì với dữ liệu</vt:lpstr>
    </vt:vector>
  </TitlesOfParts>
  <Company>SFU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cs412slides</dc:title>
  <dc:creator>Jiawei Han</dc:creator>
  <cp:lastModifiedBy>Hoang Quan</cp:lastModifiedBy>
  <cp:revision>458</cp:revision>
  <cp:lastPrinted>2010-08-20T16:00:24Z</cp:lastPrinted>
  <dcterms:created xsi:type="dcterms:W3CDTF">1999-12-01T22:01:55Z</dcterms:created>
  <dcterms:modified xsi:type="dcterms:W3CDTF">2026-09-22T04:32:18Z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0x010100293E5D7368F2B246A9207506FB02196A</vt:lpwstr>
  </property>
</Properties>
</file>